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0"/>
  </p:notes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Yeseva One" panose="020B0604020202020204" charset="0"/>
      <p:regular r:id="rId11"/>
    </p:embeddedFont>
    <p:embeddedFont>
      <p:font typeface="Playfair Display" panose="020B0604020202020204" charset="0"/>
      <p:regular r:id="rId12"/>
      <p:bold r:id="rId13"/>
      <p:italic r:id="rId14"/>
      <p:boldItalic r:id="rId15"/>
    </p:embeddedFont>
    <p:embeddedFont>
      <p:font typeface="PT Sans" panose="020B0604020202020204" charset="0"/>
      <p:regular r:id="rId16"/>
      <p:bold r:id="rId17"/>
      <p:italic r:id="rId18"/>
      <p:bold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Poppins Light" panose="020B0604020202020204" charset="0"/>
      <p:regular r:id="rId24"/>
      <p:bold r:id="rId25"/>
      <p:italic r:id="rId26"/>
      <p:boldItalic r:id="rId27"/>
    </p:embeddedFont>
    <p:embeddedFont>
      <p:font typeface="Nunito Light" panose="020B0604020202020204" charset="0"/>
      <p:regular r:id="rId28"/>
      <p:italic r:id="rId29"/>
    </p:embeddedFont>
    <p:embeddedFont>
      <p:font typeface="Atkinson Hyperlegible" panose="020B0604020202020204" charset="0"/>
      <p:regular r:id="rId30"/>
      <p:bold r:id="rId31"/>
      <p:italic r:id="rId32"/>
      <p:boldItalic r:id="rId33"/>
    </p:embeddedFont>
    <p:embeddedFont>
      <p:font typeface="Bebas Neue" panose="020B0604020202020204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21" Type="http://schemas.openxmlformats.org/officeDocument/2006/relationships/font" Target="fonts/font11.fntdata"/><Relationship Id="rId34" Type="http://schemas.openxmlformats.org/officeDocument/2006/relationships/font" Target="fonts/font24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font" Target="fonts/font2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font" Target="fonts/font2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36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462725" y="1121425"/>
            <a:ext cx="4813200" cy="22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462725" y="3546275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720000" y="1094600"/>
            <a:ext cx="77040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6" name="Google Shape;16;p3"/>
          <p:cNvGrpSpPr/>
          <p:nvPr/>
        </p:nvGrpSpPr>
        <p:grpSpPr>
          <a:xfrm rot="10800000" flipH="1">
            <a:off x="-9878" y="0"/>
            <a:ext cx="9178101" cy="5156557"/>
            <a:chOff x="-9878" y="1"/>
            <a:chExt cx="9178101" cy="5156557"/>
          </a:xfrm>
        </p:grpSpPr>
        <p:grpSp>
          <p:nvGrpSpPr>
            <p:cNvPr id="17" name="Google Shape;17;p3"/>
            <p:cNvGrpSpPr/>
            <p:nvPr/>
          </p:nvGrpSpPr>
          <p:grpSpPr>
            <a:xfrm>
              <a:off x="-9877" y="0"/>
              <a:ext cx="1388125" cy="2534723"/>
              <a:chOff x="-9878" y="1"/>
              <a:chExt cx="1388125" cy="2534723"/>
            </a:xfrm>
          </p:grpSpPr>
          <p:pic>
            <p:nvPicPr>
              <p:cNvPr id="18" name="Google Shape;18;p3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" name="Google Shape;19;p3"/>
              <p:cNvPicPr preferRelativeResize="0"/>
              <p:nvPr/>
            </p:nvPicPr>
            <p:blipFill rotWithShape="1">
              <a:blip r:embed="rId4">
                <a:alphaModFix/>
              </a:blip>
              <a:srcRect t="-40484" r="5516" b="65415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" name="Google Shape;20;p3"/>
              <p:cNvPicPr preferRelativeResize="0"/>
              <p:nvPr/>
            </p:nvPicPr>
            <p:blipFill rotWithShape="1">
              <a:blip r:embed="rId4">
                <a:alphaModFix/>
              </a:blip>
              <a:srcRect l="48893" t="1038" r="12333" b="47015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" name="Google Shape;21;p3"/>
              <p:cNvPicPr preferRelativeResize="0"/>
              <p:nvPr/>
            </p:nvPicPr>
            <p:blipFill rotWithShape="1">
              <a:blip r:embed="rId5">
                <a:alphaModFix/>
              </a:blip>
              <a:srcRect b="50443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" name="Google Shape;22;p3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5400000">
                <a:off x="-144290" y="2065436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" name="Google Shape;23;p3"/>
            <p:cNvGrpSpPr/>
            <p:nvPr/>
          </p:nvGrpSpPr>
          <p:grpSpPr>
            <a:xfrm rot="10800000">
              <a:off x="7780098" y="2621835"/>
              <a:ext cx="1388125" cy="2534723"/>
              <a:chOff x="-9878" y="1"/>
              <a:chExt cx="1388125" cy="2534723"/>
            </a:xfrm>
          </p:grpSpPr>
          <p:pic>
            <p:nvPicPr>
              <p:cNvPr id="24" name="Google Shape;24;p3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" name="Google Shape;25;p3"/>
              <p:cNvPicPr preferRelativeResize="0"/>
              <p:nvPr/>
            </p:nvPicPr>
            <p:blipFill rotWithShape="1">
              <a:blip r:embed="rId4">
                <a:alphaModFix/>
              </a:blip>
              <a:srcRect t="-40484" r="5516" b="65415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" name="Google Shape;26;p3"/>
              <p:cNvPicPr preferRelativeResize="0"/>
              <p:nvPr/>
            </p:nvPicPr>
            <p:blipFill rotWithShape="1">
              <a:blip r:embed="rId4">
                <a:alphaModFix/>
              </a:blip>
              <a:srcRect l="48893" t="1038" r="12333" b="47015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" name="Google Shape;27;p3"/>
              <p:cNvPicPr preferRelativeResize="0"/>
              <p:nvPr/>
            </p:nvPicPr>
            <p:blipFill rotWithShape="1">
              <a:blip r:embed="rId5">
                <a:alphaModFix/>
              </a:blip>
              <a:srcRect b="50443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" name="Google Shape;28;p3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5400000">
                <a:off x="-144290" y="2065436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5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 txBox="1">
            <a:spLocks noGrp="1"/>
          </p:cNvSpPr>
          <p:nvPr>
            <p:ph type="title"/>
          </p:nvPr>
        </p:nvSpPr>
        <p:spPr>
          <a:xfrm>
            <a:off x="4606200" y="1249125"/>
            <a:ext cx="3618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ubTitle" idx="1"/>
          </p:nvPr>
        </p:nvSpPr>
        <p:spPr>
          <a:xfrm>
            <a:off x="4606200" y="2073075"/>
            <a:ext cx="3618300" cy="18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5"/>
          <p:cNvSpPr>
            <a:spLocks noGrp="1"/>
          </p:cNvSpPr>
          <p:nvPr>
            <p:ph type="pic" idx="2"/>
          </p:nvPr>
        </p:nvSpPr>
        <p:spPr>
          <a:xfrm>
            <a:off x="-14300" y="0"/>
            <a:ext cx="40029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6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 txBox="1">
            <a:spLocks noGrp="1"/>
          </p:cNvSpPr>
          <p:nvPr>
            <p:ph type="title"/>
          </p:nvPr>
        </p:nvSpPr>
        <p:spPr>
          <a:xfrm>
            <a:off x="5318449" y="2415225"/>
            <a:ext cx="2883600" cy="15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title" idx="2"/>
          </p:nvPr>
        </p:nvSpPr>
        <p:spPr>
          <a:xfrm>
            <a:off x="5318450" y="1148175"/>
            <a:ext cx="1214100" cy="10161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6"/>
          <p:cNvSpPr>
            <a:spLocks noGrp="1"/>
          </p:cNvSpPr>
          <p:nvPr>
            <p:ph type="pic" idx="3"/>
          </p:nvPr>
        </p:nvSpPr>
        <p:spPr>
          <a:xfrm>
            <a:off x="0" y="0"/>
            <a:ext cx="3806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7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7"/>
          <p:cNvSpPr txBox="1">
            <a:spLocks noGrp="1"/>
          </p:cNvSpPr>
          <p:nvPr>
            <p:ph type="title"/>
          </p:nvPr>
        </p:nvSpPr>
        <p:spPr>
          <a:xfrm>
            <a:off x="722376" y="53950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subTitle" idx="1"/>
          </p:nvPr>
        </p:nvSpPr>
        <p:spPr>
          <a:xfrm>
            <a:off x="4934398" y="2695300"/>
            <a:ext cx="2586600" cy="14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subTitle" idx="2"/>
          </p:nvPr>
        </p:nvSpPr>
        <p:spPr>
          <a:xfrm>
            <a:off x="1623002" y="2695300"/>
            <a:ext cx="2586600" cy="14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subTitle" idx="3"/>
          </p:nvPr>
        </p:nvSpPr>
        <p:spPr>
          <a:xfrm>
            <a:off x="1623002" y="2229090"/>
            <a:ext cx="25866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subTitle" idx="4"/>
          </p:nvPr>
        </p:nvSpPr>
        <p:spPr>
          <a:xfrm>
            <a:off x="4934395" y="2229090"/>
            <a:ext cx="25866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74" name="Google Shape;74;p7"/>
          <p:cNvGrpSpPr/>
          <p:nvPr/>
        </p:nvGrpSpPr>
        <p:grpSpPr>
          <a:xfrm rot="10800000" flipH="1">
            <a:off x="-9878" y="0"/>
            <a:ext cx="9178101" cy="5156557"/>
            <a:chOff x="-9878" y="1"/>
            <a:chExt cx="9178101" cy="5156557"/>
          </a:xfrm>
        </p:grpSpPr>
        <p:grpSp>
          <p:nvGrpSpPr>
            <p:cNvPr id="75" name="Google Shape;75;p7"/>
            <p:cNvGrpSpPr/>
            <p:nvPr/>
          </p:nvGrpSpPr>
          <p:grpSpPr>
            <a:xfrm>
              <a:off x="-9877" y="0"/>
              <a:ext cx="1388125" cy="2534723"/>
              <a:chOff x="-9878" y="1"/>
              <a:chExt cx="1388125" cy="2534723"/>
            </a:xfrm>
          </p:grpSpPr>
          <p:pic>
            <p:nvPicPr>
              <p:cNvPr id="76" name="Google Shape;76;p7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7" name="Google Shape;77;p7"/>
              <p:cNvPicPr preferRelativeResize="0"/>
              <p:nvPr/>
            </p:nvPicPr>
            <p:blipFill rotWithShape="1">
              <a:blip r:embed="rId4">
                <a:alphaModFix/>
              </a:blip>
              <a:srcRect t="-40484" r="5516" b="65415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8" name="Google Shape;78;p7"/>
              <p:cNvPicPr preferRelativeResize="0"/>
              <p:nvPr/>
            </p:nvPicPr>
            <p:blipFill rotWithShape="1">
              <a:blip r:embed="rId4">
                <a:alphaModFix/>
              </a:blip>
              <a:srcRect l="48893" t="1038" r="12333" b="47015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9" name="Google Shape;79;p7"/>
              <p:cNvPicPr preferRelativeResize="0"/>
              <p:nvPr/>
            </p:nvPicPr>
            <p:blipFill rotWithShape="1">
              <a:blip r:embed="rId5">
                <a:alphaModFix/>
              </a:blip>
              <a:srcRect b="50443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" name="Google Shape;80;p7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5400000">
                <a:off x="-144290" y="2065436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1" name="Google Shape;81;p7"/>
            <p:cNvGrpSpPr/>
            <p:nvPr/>
          </p:nvGrpSpPr>
          <p:grpSpPr>
            <a:xfrm rot="10800000">
              <a:off x="7780098" y="2621835"/>
              <a:ext cx="1388125" cy="2534723"/>
              <a:chOff x="-9878" y="1"/>
              <a:chExt cx="1388125" cy="2534723"/>
            </a:xfrm>
          </p:grpSpPr>
          <p:pic>
            <p:nvPicPr>
              <p:cNvPr id="82" name="Google Shape;82;p7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3" name="Google Shape;83;p7"/>
              <p:cNvPicPr preferRelativeResize="0"/>
              <p:nvPr/>
            </p:nvPicPr>
            <p:blipFill rotWithShape="1">
              <a:blip r:embed="rId4">
                <a:alphaModFix/>
              </a:blip>
              <a:srcRect t="-40484" r="5516" b="65415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4" name="Google Shape;84;p7"/>
              <p:cNvPicPr preferRelativeResize="0"/>
              <p:nvPr/>
            </p:nvPicPr>
            <p:blipFill rotWithShape="1">
              <a:blip r:embed="rId4">
                <a:alphaModFix/>
              </a:blip>
              <a:srcRect l="48893" t="1038" r="12333" b="47015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5" name="Google Shape;85;p7"/>
              <p:cNvPicPr preferRelativeResize="0"/>
              <p:nvPr/>
            </p:nvPicPr>
            <p:blipFill rotWithShape="1">
              <a:blip r:embed="rId5">
                <a:alphaModFix/>
              </a:blip>
              <a:srcRect b="50443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" name="Google Shape;86;p7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5400000">
                <a:off x="-144290" y="2065436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8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ubTitle" idx="1"/>
          </p:nvPr>
        </p:nvSpPr>
        <p:spPr>
          <a:xfrm>
            <a:off x="845776" y="2691250"/>
            <a:ext cx="2230200" cy="12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8"/>
          <p:cNvSpPr txBox="1">
            <a:spLocks noGrp="1"/>
          </p:cNvSpPr>
          <p:nvPr>
            <p:ph type="subTitle" idx="2"/>
          </p:nvPr>
        </p:nvSpPr>
        <p:spPr>
          <a:xfrm>
            <a:off x="3456897" y="2691250"/>
            <a:ext cx="2230200" cy="12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8"/>
          <p:cNvSpPr txBox="1">
            <a:spLocks noGrp="1"/>
          </p:cNvSpPr>
          <p:nvPr>
            <p:ph type="subTitle" idx="3"/>
          </p:nvPr>
        </p:nvSpPr>
        <p:spPr>
          <a:xfrm>
            <a:off x="6068024" y="2691250"/>
            <a:ext cx="2230200" cy="12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8"/>
          <p:cNvSpPr txBox="1">
            <a:spLocks noGrp="1"/>
          </p:cNvSpPr>
          <p:nvPr>
            <p:ph type="subTitle" idx="4"/>
          </p:nvPr>
        </p:nvSpPr>
        <p:spPr>
          <a:xfrm>
            <a:off x="845778" y="2225040"/>
            <a:ext cx="22302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ubTitle" idx="5"/>
          </p:nvPr>
        </p:nvSpPr>
        <p:spPr>
          <a:xfrm>
            <a:off x="3456901" y="2225040"/>
            <a:ext cx="22302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5" name="Google Shape;95;p8"/>
          <p:cNvSpPr txBox="1">
            <a:spLocks noGrp="1"/>
          </p:cNvSpPr>
          <p:nvPr>
            <p:ph type="subTitle" idx="6"/>
          </p:nvPr>
        </p:nvSpPr>
        <p:spPr>
          <a:xfrm>
            <a:off x="6068023" y="2225040"/>
            <a:ext cx="22302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96" name="Google Shape;96;p8"/>
          <p:cNvGrpSpPr/>
          <p:nvPr/>
        </p:nvGrpSpPr>
        <p:grpSpPr>
          <a:xfrm rot="10800000" flipH="1">
            <a:off x="-9878" y="0"/>
            <a:ext cx="9178101" cy="5156557"/>
            <a:chOff x="-9878" y="1"/>
            <a:chExt cx="9178101" cy="5156557"/>
          </a:xfrm>
        </p:grpSpPr>
        <p:grpSp>
          <p:nvGrpSpPr>
            <p:cNvPr id="97" name="Google Shape;97;p8"/>
            <p:cNvGrpSpPr/>
            <p:nvPr/>
          </p:nvGrpSpPr>
          <p:grpSpPr>
            <a:xfrm>
              <a:off x="-9877" y="0"/>
              <a:ext cx="1388125" cy="2534723"/>
              <a:chOff x="-9878" y="1"/>
              <a:chExt cx="1388125" cy="2534723"/>
            </a:xfrm>
          </p:grpSpPr>
          <p:pic>
            <p:nvPicPr>
              <p:cNvPr id="98" name="Google Shape;98;p8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9" name="Google Shape;99;p8"/>
              <p:cNvPicPr preferRelativeResize="0"/>
              <p:nvPr/>
            </p:nvPicPr>
            <p:blipFill rotWithShape="1">
              <a:blip r:embed="rId4">
                <a:alphaModFix/>
              </a:blip>
              <a:srcRect t="-40484" r="5516" b="65415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0" name="Google Shape;100;p8"/>
              <p:cNvPicPr preferRelativeResize="0"/>
              <p:nvPr/>
            </p:nvPicPr>
            <p:blipFill rotWithShape="1">
              <a:blip r:embed="rId4">
                <a:alphaModFix/>
              </a:blip>
              <a:srcRect l="48893" t="1038" r="12333" b="47015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8"/>
              <p:cNvPicPr preferRelativeResize="0"/>
              <p:nvPr/>
            </p:nvPicPr>
            <p:blipFill rotWithShape="1">
              <a:blip r:embed="rId5">
                <a:alphaModFix/>
              </a:blip>
              <a:srcRect b="50443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2" name="Google Shape;102;p8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5400000">
                <a:off x="-144290" y="2065436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3" name="Google Shape;103;p8"/>
            <p:cNvGrpSpPr/>
            <p:nvPr/>
          </p:nvGrpSpPr>
          <p:grpSpPr>
            <a:xfrm rot="10800000">
              <a:off x="7780098" y="2621835"/>
              <a:ext cx="1388125" cy="2534723"/>
              <a:chOff x="-9878" y="1"/>
              <a:chExt cx="1388125" cy="2534723"/>
            </a:xfrm>
          </p:grpSpPr>
          <p:pic>
            <p:nvPicPr>
              <p:cNvPr id="104" name="Google Shape;104;p8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" name="Google Shape;105;p8"/>
              <p:cNvPicPr preferRelativeResize="0"/>
              <p:nvPr/>
            </p:nvPicPr>
            <p:blipFill rotWithShape="1">
              <a:blip r:embed="rId4">
                <a:alphaModFix/>
              </a:blip>
              <a:srcRect t="-40484" r="5516" b="65415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" name="Google Shape;106;p8"/>
              <p:cNvPicPr preferRelativeResize="0"/>
              <p:nvPr/>
            </p:nvPicPr>
            <p:blipFill rotWithShape="1">
              <a:blip r:embed="rId4">
                <a:alphaModFix/>
              </a:blip>
              <a:srcRect l="48893" t="1038" r="12333" b="47015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" name="Google Shape;107;p8"/>
              <p:cNvPicPr preferRelativeResize="0"/>
              <p:nvPr/>
            </p:nvPicPr>
            <p:blipFill rotWithShape="1">
              <a:blip r:embed="rId5">
                <a:alphaModFix/>
              </a:blip>
              <a:srcRect b="50443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" name="Google Shape;108;p8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5400000">
                <a:off x="-144290" y="2065436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9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12" name="Google Shape;112;p9"/>
          <p:cNvGrpSpPr/>
          <p:nvPr/>
        </p:nvGrpSpPr>
        <p:grpSpPr>
          <a:xfrm>
            <a:off x="-9878" y="1"/>
            <a:ext cx="9154003" cy="5143507"/>
            <a:chOff x="-9878" y="1"/>
            <a:chExt cx="9154003" cy="5143507"/>
          </a:xfrm>
        </p:grpSpPr>
        <p:pic>
          <p:nvPicPr>
            <p:cNvPr id="113" name="Google Shape;113;p9"/>
            <p:cNvPicPr preferRelativeResize="0"/>
            <p:nvPr/>
          </p:nvPicPr>
          <p:blipFill rotWithShape="1">
            <a:blip r:embed="rId3">
              <a:alphaModFix/>
            </a:blip>
            <a:srcRect l="11254" r="13011" b="50880"/>
            <a:stretch/>
          </p:blipFill>
          <p:spPr>
            <a:xfrm rot="5400000">
              <a:off x="-173002" y="880074"/>
              <a:ext cx="732625" cy="4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9"/>
            <p:cNvPicPr preferRelativeResize="0"/>
            <p:nvPr/>
          </p:nvPicPr>
          <p:blipFill rotWithShape="1">
            <a:blip r:embed="rId4">
              <a:alphaModFix/>
            </a:blip>
            <a:srcRect t="-40484" r="5516" b="65415"/>
            <a:stretch/>
          </p:blipFill>
          <p:spPr>
            <a:xfrm rot="5400000">
              <a:off x="-252077" y="549276"/>
              <a:ext cx="1865925" cy="138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9"/>
            <p:cNvPicPr preferRelativeResize="0"/>
            <p:nvPr/>
          </p:nvPicPr>
          <p:blipFill rotWithShape="1">
            <a:blip r:embed="rId4">
              <a:alphaModFix/>
            </a:blip>
            <a:srcRect l="48893" t="1038" r="12333" b="47015"/>
            <a:stretch/>
          </p:blipFill>
          <p:spPr>
            <a:xfrm rot="5400000">
              <a:off x="128185" y="-138062"/>
              <a:ext cx="1112000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9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-171901" y="701525"/>
              <a:ext cx="602100" cy="278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9"/>
            <p:cNvPicPr preferRelativeResize="0"/>
            <p:nvPr/>
          </p:nvPicPr>
          <p:blipFill rotWithShape="1">
            <a:blip r:embed="rId3">
              <a:alphaModFix/>
            </a:blip>
            <a:srcRect l="11254" r="13011" b="50880"/>
            <a:stretch/>
          </p:blipFill>
          <p:spPr>
            <a:xfrm rot="5400000">
              <a:off x="-144290" y="1246411"/>
              <a:ext cx="603700" cy="334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9"/>
            <p:cNvPicPr preferRelativeResize="0"/>
            <p:nvPr/>
          </p:nvPicPr>
          <p:blipFill rotWithShape="1">
            <a:blip r:embed="rId3">
              <a:alphaModFix/>
            </a:blip>
            <a:srcRect l="11254" r="13011" b="50880"/>
            <a:stretch/>
          </p:blipFill>
          <p:spPr>
            <a:xfrm rot="-5400000">
              <a:off x="8555335" y="3857059"/>
              <a:ext cx="732625" cy="4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9"/>
            <p:cNvPicPr preferRelativeResize="0"/>
            <p:nvPr/>
          </p:nvPicPr>
          <p:blipFill rotWithShape="1">
            <a:blip r:embed="rId4">
              <a:alphaModFix/>
            </a:blip>
            <a:srcRect t="-40484" r="5516" b="65415"/>
            <a:stretch/>
          </p:blipFill>
          <p:spPr>
            <a:xfrm rot="-5400000">
              <a:off x="7501110" y="3212706"/>
              <a:ext cx="1865925" cy="138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9"/>
            <p:cNvPicPr preferRelativeResize="0"/>
            <p:nvPr/>
          </p:nvPicPr>
          <p:blipFill rotWithShape="1">
            <a:blip r:embed="rId4">
              <a:alphaModFix/>
            </a:blip>
            <a:srcRect l="48893" t="1038" r="12333" b="47015"/>
            <a:stretch/>
          </p:blipFill>
          <p:spPr>
            <a:xfrm rot="-5400000">
              <a:off x="7874773" y="3893445"/>
              <a:ext cx="1112000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9"/>
            <p:cNvPicPr preferRelativeResize="0"/>
            <p:nvPr/>
          </p:nvPicPr>
          <p:blipFill rotWithShape="1">
            <a:blip r:embed="rId5">
              <a:alphaModFix/>
            </a:blip>
            <a:srcRect l="50093" b="50443"/>
            <a:stretch/>
          </p:blipFill>
          <p:spPr>
            <a:xfrm rot="-5400000">
              <a:off x="8683088" y="4682466"/>
              <a:ext cx="478925" cy="443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9"/>
            <p:cNvPicPr preferRelativeResize="0"/>
            <p:nvPr/>
          </p:nvPicPr>
          <p:blipFill rotWithShape="1">
            <a:blip r:embed="rId3">
              <a:alphaModFix/>
            </a:blip>
            <a:srcRect l="11254" r="13011" b="50880"/>
            <a:stretch/>
          </p:blipFill>
          <p:spPr>
            <a:xfrm rot="-5400000">
              <a:off x="8655548" y="2743197"/>
              <a:ext cx="603700" cy="334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0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0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1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1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2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3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 txBox="1">
            <a:spLocks noGrp="1"/>
          </p:cNvSpPr>
          <p:nvPr>
            <p:ph type="title" hasCustomPrompt="1"/>
          </p:nvPr>
        </p:nvSpPr>
        <p:spPr>
          <a:xfrm>
            <a:off x="1124700" y="1605338"/>
            <a:ext cx="6894600" cy="11934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7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1"/>
          </p:nvPr>
        </p:nvSpPr>
        <p:spPr>
          <a:xfrm>
            <a:off x="1124700" y="3041063"/>
            <a:ext cx="68946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5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1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41" name="Google Shape;141;p15"/>
          <p:cNvGrpSpPr/>
          <p:nvPr/>
        </p:nvGrpSpPr>
        <p:grpSpPr>
          <a:xfrm rot="10800000" flipH="1">
            <a:off x="-9878" y="1"/>
            <a:ext cx="9154003" cy="5143507"/>
            <a:chOff x="-9878" y="1"/>
            <a:chExt cx="9154003" cy="5143507"/>
          </a:xfrm>
        </p:grpSpPr>
        <p:pic>
          <p:nvPicPr>
            <p:cNvPr id="142" name="Google Shape;142;p15"/>
            <p:cNvPicPr preferRelativeResize="0"/>
            <p:nvPr/>
          </p:nvPicPr>
          <p:blipFill rotWithShape="1">
            <a:blip r:embed="rId3">
              <a:alphaModFix/>
            </a:blip>
            <a:srcRect l="11254" r="13011" b="50880"/>
            <a:stretch/>
          </p:blipFill>
          <p:spPr>
            <a:xfrm rot="5400000">
              <a:off x="-173002" y="880074"/>
              <a:ext cx="732625" cy="4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5"/>
            <p:cNvPicPr preferRelativeResize="0"/>
            <p:nvPr/>
          </p:nvPicPr>
          <p:blipFill rotWithShape="1">
            <a:blip r:embed="rId4">
              <a:alphaModFix/>
            </a:blip>
            <a:srcRect t="-40484" r="5516" b="65415"/>
            <a:stretch/>
          </p:blipFill>
          <p:spPr>
            <a:xfrm rot="5400000">
              <a:off x="-252077" y="549276"/>
              <a:ext cx="1865925" cy="138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5"/>
            <p:cNvPicPr preferRelativeResize="0"/>
            <p:nvPr/>
          </p:nvPicPr>
          <p:blipFill rotWithShape="1">
            <a:blip r:embed="rId4">
              <a:alphaModFix/>
            </a:blip>
            <a:srcRect l="48893" t="1038" r="12333" b="47015"/>
            <a:stretch/>
          </p:blipFill>
          <p:spPr>
            <a:xfrm rot="5400000">
              <a:off x="128185" y="-138062"/>
              <a:ext cx="1112000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5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-171901" y="701525"/>
              <a:ext cx="602100" cy="278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5"/>
            <p:cNvPicPr preferRelativeResize="0"/>
            <p:nvPr/>
          </p:nvPicPr>
          <p:blipFill rotWithShape="1">
            <a:blip r:embed="rId3">
              <a:alphaModFix/>
            </a:blip>
            <a:srcRect l="11254" r="13011" b="50880"/>
            <a:stretch/>
          </p:blipFill>
          <p:spPr>
            <a:xfrm rot="5400000">
              <a:off x="-144290" y="1246411"/>
              <a:ext cx="603700" cy="334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15"/>
            <p:cNvPicPr preferRelativeResize="0"/>
            <p:nvPr/>
          </p:nvPicPr>
          <p:blipFill rotWithShape="1">
            <a:blip r:embed="rId3">
              <a:alphaModFix/>
            </a:blip>
            <a:srcRect l="11254" r="13011" b="50880"/>
            <a:stretch/>
          </p:blipFill>
          <p:spPr>
            <a:xfrm rot="-5400000">
              <a:off x="8555335" y="3857059"/>
              <a:ext cx="732625" cy="4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15"/>
            <p:cNvPicPr preferRelativeResize="0"/>
            <p:nvPr/>
          </p:nvPicPr>
          <p:blipFill rotWithShape="1">
            <a:blip r:embed="rId4">
              <a:alphaModFix/>
            </a:blip>
            <a:srcRect t="-40484" r="5516" b="65415"/>
            <a:stretch/>
          </p:blipFill>
          <p:spPr>
            <a:xfrm rot="-5400000">
              <a:off x="7501110" y="3212706"/>
              <a:ext cx="1865925" cy="138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15"/>
            <p:cNvPicPr preferRelativeResize="0"/>
            <p:nvPr/>
          </p:nvPicPr>
          <p:blipFill rotWithShape="1">
            <a:blip r:embed="rId4">
              <a:alphaModFix/>
            </a:blip>
            <a:srcRect l="48893" t="1038" r="12333" b="47015"/>
            <a:stretch/>
          </p:blipFill>
          <p:spPr>
            <a:xfrm rot="-5400000">
              <a:off x="7874773" y="3893445"/>
              <a:ext cx="1112000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15"/>
            <p:cNvPicPr preferRelativeResize="0"/>
            <p:nvPr/>
          </p:nvPicPr>
          <p:blipFill rotWithShape="1">
            <a:blip r:embed="rId5">
              <a:alphaModFix/>
            </a:blip>
            <a:srcRect l="50093" b="50443"/>
            <a:stretch/>
          </p:blipFill>
          <p:spPr>
            <a:xfrm rot="-5400000">
              <a:off x="8683088" y="4682466"/>
              <a:ext cx="478925" cy="443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15"/>
            <p:cNvPicPr preferRelativeResize="0"/>
            <p:nvPr/>
          </p:nvPicPr>
          <p:blipFill rotWithShape="1">
            <a:blip r:embed="rId3">
              <a:alphaModFix/>
            </a:blip>
            <a:srcRect l="11254" r="13011" b="50880"/>
            <a:stretch/>
          </p:blipFill>
          <p:spPr>
            <a:xfrm rot="-5400000">
              <a:off x="8655548" y="2743197"/>
              <a:ext cx="603700" cy="334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6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>
            <a:spLocks noGrp="1"/>
          </p:cNvSpPr>
          <p:nvPr>
            <p:ph type="title"/>
          </p:nvPr>
        </p:nvSpPr>
        <p:spPr>
          <a:xfrm>
            <a:off x="3683326" y="3176488"/>
            <a:ext cx="38187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subTitle" idx="1"/>
          </p:nvPr>
        </p:nvSpPr>
        <p:spPr>
          <a:xfrm>
            <a:off x="1641750" y="1435113"/>
            <a:ext cx="5860500" cy="14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_1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2402100" cy="1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subTitle" idx="1"/>
          </p:nvPr>
        </p:nvSpPr>
        <p:spPr>
          <a:xfrm>
            <a:off x="713225" y="1799350"/>
            <a:ext cx="24021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7"/>
          <p:cNvSpPr>
            <a:spLocks noGrp="1"/>
          </p:cNvSpPr>
          <p:nvPr>
            <p:ph type="pic" idx="2"/>
          </p:nvPr>
        </p:nvSpPr>
        <p:spPr>
          <a:xfrm>
            <a:off x="5629675" y="539500"/>
            <a:ext cx="2801100" cy="40647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17"/>
          <p:cNvSpPr>
            <a:spLocks noGrp="1"/>
          </p:cNvSpPr>
          <p:nvPr>
            <p:ph type="pic" idx="3"/>
          </p:nvPr>
        </p:nvSpPr>
        <p:spPr>
          <a:xfrm>
            <a:off x="3171450" y="539500"/>
            <a:ext cx="2304300" cy="22857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17"/>
          <p:cNvSpPr>
            <a:spLocks noGrp="1"/>
          </p:cNvSpPr>
          <p:nvPr>
            <p:ph type="pic" idx="4"/>
          </p:nvPr>
        </p:nvSpPr>
        <p:spPr>
          <a:xfrm>
            <a:off x="713225" y="2953775"/>
            <a:ext cx="2304300" cy="1650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17"/>
          <p:cNvSpPr>
            <a:spLocks noGrp="1"/>
          </p:cNvSpPr>
          <p:nvPr>
            <p:ph type="pic" idx="5"/>
          </p:nvPr>
        </p:nvSpPr>
        <p:spPr>
          <a:xfrm>
            <a:off x="3171450" y="2953775"/>
            <a:ext cx="2304300" cy="1650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1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67" name="Google Shape;167;p18"/>
          <p:cNvGrpSpPr/>
          <p:nvPr/>
        </p:nvGrpSpPr>
        <p:grpSpPr>
          <a:xfrm rot="10800000" flipH="1">
            <a:off x="-9878" y="1"/>
            <a:ext cx="9154003" cy="5143507"/>
            <a:chOff x="-9878" y="1"/>
            <a:chExt cx="9154003" cy="5143507"/>
          </a:xfrm>
        </p:grpSpPr>
        <p:pic>
          <p:nvPicPr>
            <p:cNvPr id="168" name="Google Shape;168;p18"/>
            <p:cNvPicPr preferRelativeResize="0"/>
            <p:nvPr/>
          </p:nvPicPr>
          <p:blipFill rotWithShape="1">
            <a:blip r:embed="rId3">
              <a:alphaModFix/>
            </a:blip>
            <a:srcRect l="11254" r="13011" b="50880"/>
            <a:stretch/>
          </p:blipFill>
          <p:spPr>
            <a:xfrm rot="5400000">
              <a:off x="-173002" y="880074"/>
              <a:ext cx="732625" cy="4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8"/>
            <p:cNvPicPr preferRelativeResize="0"/>
            <p:nvPr/>
          </p:nvPicPr>
          <p:blipFill rotWithShape="1">
            <a:blip r:embed="rId4">
              <a:alphaModFix/>
            </a:blip>
            <a:srcRect t="-40484" r="5516" b="65415"/>
            <a:stretch/>
          </p:blipFill>
          <p:spPr>
            <a:xfrm rot="5400000">
              <a:off x="-252077" y="549276"/>
              <a:ext cx="1865925" cy="138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8"/>
            <p:cNvPicPr preferRelativeResize="0"/>
            <p:nvPr/>
          </p:nvPicPr>
          <p:blipFill rotWithShape="1">
            <a:blip r:embed="rId4">
              <a:alphaModFix/>
            </a:blip>
            <a:srcRect l="48893" t="1038" r="12333" b="47015"/>
            <a:stretch/>
          </p:blipFill>
          <p:spPr>
            <a:xfrm rot="5400000">
              <a:off x="128185" y="-138062"/>
              <a:ext cx="1112000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18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-171901" y="701525"/>
              <a:ext cx="602100" cy="278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8"/>
            <p:cNvPicPr preferRelativeResize="0"/>
            <p:nvPr/>
          </p:nvPicPr>
          <p:blipFill rotWithShape="1">
            <a:blip r:embed="rId3">
              <a:alphaModFix/>
            </a:blip>
            <a:srcRect l="11254" r="13011" b="50880"/>
            <a:stretch/>
          </p:blipFill>
          <p:spPr>
            <a:xfrm rot="5400000">
              <a:off x="-144290" y="1246411"/>
              <a:ext cx="603700" cy="334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18"/>
            <p:cNvPicPr preferRelativeResize="0"/>
            <p:nvPr/>
          </p:nvPicPr>
          <p:blipFill rotWithShape="1">
            <a:blip r:embed="rId3">
              <a:alphaModFix/>
            </a:blip>
            <a:srcRect l="11254" r="13011" b="50880"/>
            <a:stretch/>
          </p:blipFill>
          <p:spPr>
            <a:xfrm rot="-5400000">
              <a:off x="8555335" y="3857059"/>
              <a:ext cx="732625" cy="4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8"/>
            <p:cNvPicPr preferRelativeResize="0"/>
            <p:nvPr/>
          </p:nvPicPr>
          <p:blipFill rotWithShape="1">
            <a:blip r:embed="rId4">
              <a:alphaModFix/>
            </a:blip>
            <a:srcRect t="-40484" r="5516" b="65415"/>
            <a:stretch/>
          </p:blipFill>
          <p:spPr>
            <a:xfrm rot="-5400000">
              <a:off x="7501110" y="3212706"/>
              <a:ext cx="1865925" cy="138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8"/>
            <p:cNvPicPr preferRelativeResize="0"/>
            <p:nvPr/>
          </p:nvPicPr>
          <p:blipFill rotWithShape="1">
            <a:blip r:embed="rId4">
              <a:alphaModFix/>
            </a:blip>
            <a:srcRect l="48893" t="1038" r="12333" b="47015"/>
            <a:stretch/>
          </p:blipFill>
          <p:spPr>
            <a:xfrm rot="-5400000">
              <a:off x="7874773" y="3893445"/>
              <a:ext cx="1112000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8"/>
            <p:cNvPicPr preferRelativeResize="0"/>
            <p:nvPr/>
          </p:nvPicPr>
          <p:blipFill rotWithShape="1">
            <a:blip r:embed="rId5">
              <a:alphaModFix/>
            </a:blip>
            <a:srcRect l="50093" b="50443"/>
            <a:stretch/>
          </p:blipFill>
          <p:spPr>
            <a:xfrm rot="-5400000">
              <a:off x="8683088" y="4682466"/>
              <a:ext cx="478925" cy="443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8"/>
            <p:cNvPicPr preferRelativeResize="0"/>
            <p:nvPr/>
          </p:nvPicPr>
          <p:blipFill rotWithShape="1">
            <a:blip r:embed="rId3">
              <a:alphaModFix/>
            </a:blip>
            <a:srcRect l="11254" r="13011" b="50880"/>
            <a:stretch/>
          </p:blipFill>
          <p:spPr>
            <a:xfrm rot="-5400000">
              <a:off x="8655548" y="2743197"/>
              <a:ext cx="603700" cy="334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" name="Google Shape;178;p18"/>
          <p:cNvSpPr txBox="1">
            <a:spLocks noGrp="1"/>
          </p:cNvSpPr>
          <p:nvPr>
            <p:ph type="subTitle" idx="1"/>
          </p:nvPr>
        </p:nvSpPr>
        <p:spPr>
          <a:xfrm>
            <a:off x="720000" y="1206950"/>
            <a:ext cx="7704000" cy="26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9"/>
          <p:cNvSpPr txBox="1">
            <a:spLocks noGrp="1"/>
          </p:cNvSpPr>
          <p:nvPr>
            <p:ph type="subTitle" idx="1"/>
          </p:nvPr>
        </p:nvSpPr>
        <p:spPr>
          <a:xfrm>
            <a:off x="1600324" y="196775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9"/>
          <p:cNvSpPr txBox="1">
            <a:spLocks noGrp="1"/>
          </p:cNvSpPr>
          <p:nvPr>
            <p:ph type="subTitle" idx="2"/>
          </p:nvPr>
        </p:nvSpPr>
        <p:spPr>
          <a:xfrm>
            <a:off x="5613000" y="196775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9"/>
          <p:cNvSpPr txBox="1">
            <a:spLocks noGrp="1"/>
          </p:cNvSpPr>
          <p:nvPr>
            <p:ph type="subTitle" idx="3"/>
          </p:nvPr>
        </p:nvSpPr>
        <p:spPr>
          <a:xfrm>
            <a:off x="1600324" y="3552125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9"/>
          <p:cNvSpPr txBox="1">
            <a:spLocks noGrp="1"/>
          </p:cNvSpPr>
          <p:nvPr>
            <p:ph type="subTitle" idx="4"/>
          </p:nvPr>
        </p:nvSpPr>
        <p:spPr>
          <a:xfrm>
            <a:off x="5613000" y="3552125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9"/>
          <p:cNvSpPr txBox="1">
            <a:spLocks noGrp="1"/>
          </p:cNvSpPr>
          <p:nvPr>
            <p:ph type="subTitle" idx="5"/>
          </p:nvPr>
        </p:nvSpPr>
        <p:spPr>
          <a:xfrm>
            <a:off x="1600324" y="1522000"/>
            <a:ext cx="28110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7" name="Google Shape;187;p19"/>
          <p:cNvSpPr txBox="1">
            <a:spLocks noGrp="1"/>
          </p:cNvSpPr>
          <p:nvPr>
            <p:ph type="subTitle" idx="6"/>
          </p:nvPr>
        </p:nvSpPr>
        <p:spPr>
          <a:xfrm>
            <a:off x="1600324" y="3106450"/>
            <a:ext cx="28110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8" name="Google Shape;188;p19"/>
          <p:cNvSpPr txBox="1">
            <a:spLocks noGrp="1"/>
          </p:cNvSpPr>
          <p:nvPr>
            <p:ph type="subTitle" idx="7"/>
          </p:nvPr>
        </p:nvSpPr>
        <p:spPr>
          <a:xfrm>
            <a:off x="5612974" y="1522000"/>
            <a:ext cx="28110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9" name="Google Shape;189;p19"/>
          <p:cNvSpPr txBox="1">
            <a:spLocks noGrp="1"/>
          </p:cNvSpPr>
          <p:nvPr>
            <p:ph type="subTitle" idx="8"/>
          </p:nvPr>
        </p:nvSpPr>
        <p:spPr>
          <a:xfrm>
            <a:off x="5612974" y="3106450"/>
            <a:ext cx="28110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90" name="Google Shape;190;p19"/>
          <p:cNvGrpSpPr/>
          <p:nvPr/>
        </p:nvGrpSpPr>
        <p:grpSpPr>
          <a:xfrm>
            <a:off x="-9878" y="1"/>
            <a:ext cx="9134713" cy="5143507"/>
            <a:chOff x="-9878" y="1"/>
            <a:chExt cx="9134713" cy="5143507"/>
          </a:xfrm>
        </p:grpSpPr>
        <p:grpSp>
          <p:nvGrpSpPr>
            <p:cNvPr id="191" name="Google Shape;191;p19"/>
            <p:cNvGrpSpPr/>
            <p:nvPr/>
          </p:nvGrpSpPr>
          <p:grpSpPr>
            <a:xfrm>
              <a:off x="-9877" y="0"/>
              <a:ext cx="1388125" cy="2507650"/>
              <a:chOff x="-9878" y="1"/>
              <a:chExt cx="1388125" cy="2507650"/>
            </a:xfrm>
          </p:grpSpPr>
          <p:pic>
            <p:nvPicPr>
              <p:cNvPr id="192" name="Google Shape;192;p19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3" name="Google Shape;193;p19"/>
              <p:cNvPicPr preferRelativeResize="0"/>
              <p:nvPr/>
            </p:nvPicPr>
            <p:blipFill rotWithShape="1">
              <a:blip r:embed="rId4">
                <a:alphaModFix/>
              </a:blip>
              <a:srcRect t="-40484" r="5516" b="65415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4" name="Google Shape;194;p19"/>
              <p:cNvPicPr preferRelativeResize="0"/>
              <p:nvPr/>
            </p:nvPicPr>
            <p:blipFill rotWithShape="1">
              <a:blip r:embed="rId4">
                <a:alphaModFix/>
              </a:blip>
              <a:srcRect l="48893" t="1038" r="12333" b="47015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5" name="Google Shape;195;p19"/>
              <p:cNvPicPr preferRelativeResize="0"/>
              <p:nvPr/>
            </p:nvPicPr>
            <p:blipFill rotWithShape="1">
              <a:blip r:embed="rId5">
                <a:alphaModFix/>
              </a:blip>
              <a:srcRect b="50443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6" name="Google Shape;196;p19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5400000">
                <a:off x="-144290" y="1246411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7" name="Google Shape;197;p19"/>
            <p:cNvGrpSpPr/>
            <p:nvPr/>
          </p:nvGrpSpPr>
          <p:grpSpPr>
            <a:xfrm>
              <a:off x="7736711" y="2608785"/>
              <a:ext cx="1388125" cy="2534723"/>
              <a:chOff x="7736711" y="2608785"/>
              <a:chExt cx="1388125" cy="2534723"/>
            </a:xfrm>
          </p:grpSpPr>
          <p:pic>
            <p:nvPicPr>
              <p:cNvPr id="198" name="Google Shape;198;p19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-5400000">
                <a:off x="8555335" y="3857059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9" name="Google Shape;199;p19"/>
              <p:cNvPicPr preferRelativeResize="0"/>
              <p:nvPr/>
            </p:nvPicPr>
            <p:blipFill rotWithShape="1">
              <a:blip r:embed="rId4">
                <a:alphaModFix/>
              </a:blip>
              <a:srcRect t="-40484" r="5516" b="65415"/>
              <a:stretch/>
            </p:blipFill>
            <p:spPr>
              <a:xfrm rot="-5400000">
                <a:off x="7501110" y="321270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0" name="Google Shape;200;p19"/>
              <p:cNvPicPr preferRelativeResize="0"/>
              <p:nvPr/>
            </p:nvPicPr>
            <p:blipFill rotWithShape="1">
              <a:blip r:embed="rId4">
                <a:alphaModFix/>
              </a:blip>
              <a:srcRect l="48893" t="1038" r="12333" b="47015"/>
              <a:stretch/>
            </p:blipFill>
            <p:spPr>
              <a:xfrm rot="-5400000">
                <a:off x="7874773" y="3893445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1" name="Google Shape;201;p19"/>
              <p:cNvPicPr preferRelativeResize="0"/>
              <p:nvPr/>
            </p:nvPicPr>
            <p:blipFill rotWithShape="1">
              <a:blip r:embed="rId5">
                <a:alphaModFix/>
              </a:blip>
              <a:srcRect b="50443"/>
              <a:stretch/>
            </p:blipFill>
            <p:spPr>
              <a:xfrm rot="-5400000">
                <a:off x="8423435" y="4382433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2" name="Google Shape;202;p19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-5400000">
                <a:off x="8655548" y="2743197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0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0"/>
          <p:cNvSpPr txBox="1">
            <a:spLocks noGrp="1"/>
          </p:cNvSpPr>
          <p:nvPr>
            <p:ph type="subTitle" idx="1"/>
          </p:nvPr>
        </p:nvSpPr>
        <p:spPr>
          <a:xfrm>
            <a:off x="796200" y="1802471"/>
            <a:ext cx="2397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0"/>
          <p:cNvSpPr txBox="1">
            <a:spLocks noGrp="1"/>
          </p:cNvSpPr>
          <p:nvPr>
            <p:ph type="subTitle" idx="2"/>
          </p:nvPr>
        </p:nvSpPr>
        <p:spPr>
          <a:xfrm>
            <a:off x="3373350" y="1802471"/>
            <a:ext cx="2397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0"/>
          <p:cNvSpPr txBox="1">
            <a:spLocks noGrp="1"/>
          </p:cNvSpPr>
          <p:nvPr>
            <p:ph type="subTitle" idx="3"/>
          </p:nvPr>
        </p:nvSpPr>
        <p:spPr>
          <a:xfrm>
            <a:off x="796200" y="3529550"/>
            <a:ext cx="2397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0"/>
          <p:cNvSpPr txBox="1">
            <a:spLocks noGrp="1"/>
          </p:cNvSpPr>
          <p:nvPr>
            <p:ph type="subTitle" idx="4"/>
          </p:nvPr>
        </p:nvSpPr>
        <p:spPr>
          <a:xfrm>
            <a:off x="3373350" y="3529550"/>
            <a:ext cx="2397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0"/>
          <p:cNvSpPr txBox="1">
            <a:spLocks noGrp="1"/>
          </p:cNvSpPr>
          <p:nvPr>
            <p:ph type="subTitle" idx="5"/>
          </p:nvPr>
        </p:nvSpPr>
        <p:spPr>
          <a:xfrm>
            <a:off x="5950500" y="1802471"/>
            <a:ext cx="2397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0"/>
          <p:cNvSpPr txBox="1">
            <a:spLocks noGrp="1"/>
          </p:cNvSpPr>
          <p:nvPr>
            <p:ph type="subTitle" idx="6"/>
          </p:nvPr>
        </p:nvSpPr>
        <p:spPr>
          <a:xfrm>
            <a:off x="5950500" y="3529550"/>
            <a:ext cx="2397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0"/>
          <p:cNvSpPr txBox="1">
            <a:spLocks noGrp="1"/>
          </p:cNvSpPr>
          <p:nvPr>
            <p:ph type="subTitle" idx="7"/>
          </p:nvPr>
        </p:nvSpPr>
        <p:spPr>
          <a:xfrm>
            <a:off x="796200" y="1336275"/>
            <a:ext cx="23952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3" name="Google Shape;213;p20"/>
          <p:cNvSpPr txBox="1">
            <a:spLocks noGrp="1"/>
          </p:cNvSpPr>
          <p:nvPr>
            <p:ph type="subTitle" idx="8"/>
          </p:nvPr>
        </p:nvSpPr>
        <p:spPr>
          <a:xfrm>
            <a:off x="3373350" y="1336275"/>
            <a:ext cx="23952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4" name="Google Shape;214;p20"/>
          <p:cNvSpPr txBox="1">
            <a:spLocks noGrp="1"/>
          </p:cNvSpPr>
          <p:nvPr>
            <p:ph type="subTitle" idx="9"/>
          </p:nvPr>
        </p:nvSpPr>
        <p:spPr>
          <a:xfrm>
            <a:off x="5950500" y="1336275"/>
            <a:ext cx="23952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5" name="Google Shape;215;p20"/>
          <p:cNvSpPr txBox="1">
            <a:spLocks noGrp="1"/>
          </p:cNvSpPr>
          <p:nvPr>
            <p:ph type="subTitle" idx="13"/>
          </p:nvPr>
        </p:nvSpPr>
        <p:spPr>
          <a:xfrm>
            <a:off x="796200" y="3063352"/>
            <a:ext cx="23952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6" name="Google Shape;216;p20"/>
          <p:cNvSpPr txBox="1">
            <a:spLocks noGrp="1"/>
          </p:cNvSpPr>
          <p:nvPr>
            <p:ph type="subTitle" idx="14"/>
          </p:nvPr>
        </p:nvSpPr>
        <p:spPr>
          <a:xfrm>
            <a:off x="3373350" y="3063352"/>
            <a:ext cx="23952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7" name="Google Shape;217;p20"/>
          <p:cNvSpPr txBox="1">
            <a:spLocks noGrp="1"/>
          </p:cNvSpPr>
          <p:nvPr>
            <p:ph type="subTitle" idx="15"/>
          </p:nvPr>
        </p:nvSpPr>
        <p:spPr>
          <a:xfrm>
            <a:off x="5950500" y="3063352"/>
            <a:ext cx="23952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18" name="Google Shape;218;p20"/>
          <p:cNvGrpSpPr/>
          <p:nvPr/>
        </p:nvGrpSpPr>
        <p:grpSpPr>
          <a:xfrm rot="10800000" flipH="1">
            <a:off x="-9878" y="1"/>
            <a:ext cx="9134713" cy="5143507"/>
            <a:chOff x="-9878" y="1"/>
            <a:chExt cx="9134713" cy="5143507"/>
          </a:xfrm>
        </p:grpSpPr>
        <p:grpSp>
          <p:nvGrpSpPr>
            <p:cNvPr id="219" name="Google Shape;219;p20"/>
            <p:cNvGrpSpPr/>
            <p:nvPr/>
          </p:nvGrpSpPr>
          <p:grpSpPr>
            <a:xfrm>
              <a:off x="-9877" y="0"/>
              <a:ext cx="1388125" cy="2507650"/>
              <a:chOff x="-9878" y="1"/>
              <a:chExt cx="1388125" cy="2507650"/>
            </a:xfrm>
          </p:grpSpPr>
          <p:pic>
            <p:nvPicPr>
              <p:cNvPr id="220" name="Google Shape;220;p20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1" name="Google Shape;221;p20"/>
              <p:cNvPicPr preferRelativeResize="0"/>
              <p:nvPr/>
            </p:nvPicPr>
            <p:blipFill rotWithShape="1">
              <a:blip r:embed="rId4">
                <a:alphaModFix/>
              </a:blip>
              <a:srcRect t="-40484" r="5516" b="65415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2" name="Google Shape;222;p20"/>
              <p:cNvPicPr preferRelativeResize="0"/>
              <p:nvPr/>
            </p:nvPicPr>
            <p:blipFill rotWithShape="1">
              <a:blip r:embed="rId4">
                <a:alphaModFix/>
              </a:blip>
              <a:srcRect l="48893" t="1038" r="12333" b="47015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3" name="Google Shape;223;p20"/>
              <p:cNvPicPr preferRelativeResize="0"/>
              <p:nvPr/>
            </p:nvPicPr>
            <p:blipFill rotWithShape="1">
              <a:blip r:embed="rId5">
                <a:alphaModFix/>
              </a:blip>
              <a:srcRect b="50443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4" name="Google Shape;224;p20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5400000">
                <a:off x="-144290" y="1246411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5" name="Google Shape;225;p20"/>
            <p:cNvGrpSpPr/>
            <p:nvPr/>
          </p:nvGrpSpPr>
          <p:grpSpPr>
            <a:xfrm>
              <a:off x="7736711" y="2608785"/>
              <a:ext cx="1388125" cy="2534723"/>
              <a:chOff x="7736711" y="2608785"/>
              <a:chExt cx="1388125" cy="2534723"/>
            </a:xfrm>
          </p:grpSpPr>
          <p:pic>
            <p:nvPicPr>
              <p:cNvPr id="226" name="Google Shape;226;p20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-5400000">
                <a:off x="8555335" y="3857059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7" name="Google Shape;227;p20"/>
              <p:cNvPicPr preferRelativeResize="0"/>
              <p:nvPr/>
            </p:nvPicPr>
            <p:blipFill rotWithShape="1">
              <a:blip r:embed="rId4">
                <a:alphaModFix/>
              </a:blip>
              <a:srcRect t="-40484" r="5516" b="65415"/>
              <a:stretch/>
            </p:blipFill>
            <p:spPr>
              <a:xfrm rot="-5400000">
                <a:off x="7501110" y="321270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8" name="Google Shape;228;p20"/>
              <p:cNvPicPr preferRelativeResize="0"/>
              <p:nvPr/>
            </p:nvPicPr>
            <p:blipFill rotWithShape="1">
              <a:blip r:embed="rId4">
                <a:alphaModFix/>
              </a:blip>
              <a:srcRect l="48893" t="1038" r="12333" b="47015"/>
              <a:stretch/>
            </p:blipFill>
            <p:spPr>
              <a:xfrm rot="-5400000">
                <a:off x="7874773" y="3893445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9" name="Google Shape;229;p20"/>
              <p:cNvPicPr preferRelativeResize="0"/>
              <p:nvPr/>
            </p:nvPicPr>
            <p:blipFill rotWithShape="1">
              <a:blip r:embed="rId5">
                <a:alphaModFix/>
              </a:blip>
              <a:srcRect b="50443"/>
              <a:stretch/>
            </p:blipFill>
            <p:spPr>
              <a:xfrm rot="-5400000">
                <a:off x="8423435" y="4382433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0" name="Google Shape;230;p20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0"/>
              <a:stretch/>
            </p:blipFill>
            <p:spPr>
              <a:xfrm rot="-5400000">
                <a:off x="8655548" y="2743197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1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>
            <a:spLocks noGrp="1"/>
          </p:cNvSpPr>
          <p:nvPr>
            <p:ph type="title"/>
          </p:nvPr>
        </p:nvSpPr>
        <p:spPr>
          <a:xfrm>
            <a:off x="798388" y="2743394"/>
            <a:ext cx="3492600" cy="7689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21"/>
          <p:cNvSpPr txBox="1">
            <a:spLocks noGrp="1"/>
          </p:cNvSpPr>
          <p:nvPr>
            <p:ph type="subTitle" idx="1"/>
          </p:nvPr>
        </p:nvSpPr>
        <p:spPr>
          <a:xfrm>
            <a:off x="798388" y="3512292"/>
            <a:ext cx="34926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35" name="Google Shape;235;p21"/>
          <p:cNvSpPr txBox="1">
            <a:spLocks noGrp="1"/>
          </p:cNvSpPr>
          <p:nvPr>
            <p:ph type="title" idx="2"/>
          </p:nvPr>
        </p:nvSpPr>
        <p:spPr>
          <a:xfrm>
            <a:off x="2825700" y="1032408"/>
            <a:ext cx="3492600" cy="7689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21"/>
          <p:cNvSpPr txBox="1">
            <a:spLocks noGrp="1"/>
          </p:cNvSpPr>
          <p:nvPr>
            <p:ph type="subTitle" idx="3"/>
          </p:nvPr>
        </p:nvSpPr>
        <p:spPr>
          <a:xfrm>
            <a:off x="2825700" y="1801320"/>
            <a:ext cx="34926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37" name="Google Shape;237;p21"/>
          <p:cNvSpPr txBox="1">
            <a:spLocks noGrp="1"/>
          </p:cNvSpPr>
          <p:nvPr>
            <p:ph type="title" idx="4"/>
          </p:nvPr>
        </p:nvSpPr>
        <p:spPr>
          <a:xfrm>
            <a:off x="4853013" y="2743394"/>
            <a:ext cx="3492600" cy="7689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21"/>
          <p:cNvSpPr txBox="1">
            <a:spLocks noGrp="1"/>
          </p:cNvSpPr>
          <p:nvPr>
            <p:ph type="subTitle" idx="5"/>
          </p:nvPr>
        </p:nvSpPr>
        <p:spPr>
          <a:xfrm>
            <a:off x="4853013" y="3512292"/>
            <a:ext cx="34926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2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>
            <a:spLocks noGrp="1"/>
          </p:cNvSpPr>
          <p:nvPr>
            <p:ph type="title"/>
          </p:nvPr>
        </p:nvSpPr>
        <p:spPr>
          <a:xfrm>
            <a:off x="2347938" y="95125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2"/>
          <p:cNvSpPr txBox="1">
            <a:spLocks noGrp="1"/>
          </p:cNvSpPr>
          <p:nvPr>
            <p:ph type="subTitle" idx="1"/>
          </p:nvPr>
        </p:nvSpPr>
        <p:spPr>
          <a:xfrm>
            <a:off x="2347900" y="1811197"/>
            <a:ext cx="4448100" cy="11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CREDITS:</a:t>
            </a:r>
            <a:r>
              <a:rPr lang="en"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This presentation template was created by </a:t>
            </a:r>
            <a:r>
              <a:rPr lang="en" sz="1200" b="1" i="0" u="sng" strike="noStrike" cap="none">
                <a:solidFill>
                  <a:schemeClr val="hlink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  <a:hlinkClick r:id="rId3"/>
              </a:rPr>
              <a:t>Slidesgo</a:t>
            </a:r>
            <a:r>
              <a:rPr lang="en"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, and includes icons by </a:t>
            </a:r>
            <a:r>
              <a:rPr lang="en" sz="1200" b="1" i="0" u="sng" strike="noStrike" cap="none">
                <a:solidFill>
                  <a:schemeClr val="hlink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  <a:hlinkClick r:id="rId4"/>
              </a:rPr>
              <a:t>Flaticon</a:t>
            </a:r>
            <a:r>
              <a:rPr lang="en"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, and infographics &amp; images by </a:t>
            </a:r>
            <a:r>
              <a:rPr lang="en" sz="1200" b="1" i="0" u="sng" strike="noStrike" cap="none">
                <a:solidFill>
                  <a:schemeClr val="hlink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  <a:hlinkClick r:id="rId5"/>
              </a:rPr>
              <a:t>Freepik</a:t>
            </a:r>
            <a:r>
              <a:rPr lang="en" sz="1200" b="0" i="0" u="sng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200" b="1" i="0" u="sng" strike="noStrike" cap="none">
              <a:solidFill>
                <a:schemeClr val="dk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/>
          <p:cNvPicPr preferRelativeResize="0"/>
          <p:nvPr/>
        </p:nvPicPr>
        <p:blipFill rotWithShape="1">
          <a:blip r:embed="rId3">
            <a:alphaModFix/>
          </a:blip>
          <a:srcRect l="11254" r="13011" b="50880"/>
          <a:stretch/>
        </p:blipFill>
        <p:spPr>
          <a:xfrm rot="5400000">
            <a:off x="-173002" y="880074"/>
            <a:ext cx="732625" cy="40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/>
          <p:cNvPicPr preferRelativeResize="0"/>
          <p:nvPr/>
        </p:nvPicPr>
        <p:blipFill rotWithShape="1">
          <a:blip r:embed="rId4">
            <a:alphaModFix/>
          </a:blip>
          <a:srcRect t="-40484" r="5516" b="65415"/>
          <a:stretch/>
        </p:blipFill>
        <p:spPr>
          <a:xfrm rot="5400000">
            <a:off x="-252077" y="549276"/>
            <a:ext cx="1865925" cy="13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/>
          <p:cNvPicPr preferRelativeResize="0"/>
          <p:nvPr/>
        </p:nvPicPr>
        <p:blipFill rotWithShape="1">
          <a:blip r:embed="rId4">
            <a:alphaModFix/>
          </a:blip>
          <a:srcRect l="48893" t="1038" r="12333" b="47015"/>
          <a:stretch/>
        </p:blipFill>
        <p:spPr>
          <a:xfrm rot="5400000">
            <a:off x="128185" y="-138062"/>
            <a:ext cx="1112000" cy="138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/>
          <p:cNvPicPr preferRelativeResize="0"/>
          <p:nvPr/>
        </p:nvPicPr>
        <p:blipFill rotWithShape="1">
          <a:blip r:embed="rId5">
            <a:alphaModFix/>
          </a:blip>
          <a:srcRect b="50443"/>
          <a:stretch/>
        </p:blipFill>
        <p:spPr>
          <a:xfrm rot="5400000">
            <a:off x="-171901" y="701525"/>
            <a:ext cx="602100" cy="27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/>
          <p:cNvPicPr preferRelativeResize="0"/>
          <p:nvPr/>
        </p:nvPicPr>
        <p:blipFill rotWithShape="1">
          <a:blip r:embed="rId3">
            <a:alphaModFix/>
          </a:blip>
          <a:srcRect l="11254" r="13011" b="50880"/>
          <a:stretch/>
        </p:blipFill>
        <p:spPr>
          <a:xfrm rot="5400000">
            <a:off x="-144290" y="1246411"/>
            <a:ext cx="603700" cy="33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/>
          <p:cNvPicPr preferRelativeResize="0"/>
          <p:nvPr/>
        </p:nvPicPr>
        <p:blipFill rotWithShape="1">
          <a:blip r:embed="rId3">
            <a:alphaModFix/>
          </a:blip>
          <a:srcRect l="11254" r="13011" b="50880"/>
          <a:stretch/>
        </p:blipFill>
        <p:spPr>
          <a:xfrm rot="-5400000">
            <a:off x="8555335" y="3857059"/>
            <a:ext cx="732625" cy="40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/>
          <p:cNvPicPr preferRelativeResize="0"/>
          <p:nvPr/>
        </p:nvPicPr>
        <p:blipFill rotWithShape="1">
          <a:blip r:embed="rId4">
            <a:alphaModFix/>
          </a:blip>
          <a:srcRect t="-40484" r="5516" b="65415"/>
          <a:stretch/>
        </p:blipFill>
        <p:spPr>
          <a:xfrm rot="-5400000">
            <a:off x="7501110" y="3212706"/>
            <a:ext cx="1865925" cy="13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/>
          <p:cNvPicPr preferRelativeResize="0"/>
          <p:nvPr/>
        </p:nvPicPr>
        <p:blipFill rotWithShape="1">
          <a:blip r:embed="rId4">
            <a:alphaModFix/>
          </a:blip>
          <a:srcRect l="48893" t="1038" r="12333" b="47015"/>
          <a:stretch/>
        </p:blipFill>
        <p:spPr>
          <a:xfrm rot="-5400000">
            <a:off x="7874773" y="3893445"/>
            <a:ext cx="1112000" cy="138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/>
          <p:cNvPicPr preferRelativeResize="0"/>
          <p:nvPr/>
        </p:nvPicPr>
        <p:blipFill rotWithShape="1">
          <a:blip r:embed="rId5">
            <a:alphaModFix/>
          </a:blip>
          <a:srcRect l="50093" b="50443"/>
          <a:stretch/>
        </p:blipFill>
        <p:spPr>
          <a:xfrm rot="-5400000">
            <a:off x="8683088" y="4682466"/>
            <a:ext cx="478925" cy="4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/>
          <p:cNvPicPr preferRelativeResize="0"/>
          <p:nvPr/>
        </p:nvPicPr>
        <p:blipFill rotWithShape="1">
          <a:blip r:embed="rId3">
            <a:alphaModFix/>
          </a:blip>
          <a:srcRect l="11254" r="13011" b="50880"/>
          <a:stretch/>
        </p:blipFill>
        <p:spPr>
          <a:xfrm rot="-5400000">
            <a:off x="8655548" y="2743197"/>
            <a:ext cx="603700" cy="33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4"/>
          <p:cNvPicPr preferRelativeResize="0"/>
          <p:nvPr/>
        </p:nvPicPr>
        <p:blipFill rotWithShape="1">
          <a:blip r:embed="rId2">
            <a:alphaModFix/>
          </a:blip>
          <a:srcRect b="42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24"/>
          <p:cNvGrpSpPr/>
          <p:nvPr/>
        </p:nvGrpSpPr>
        <p:grpSpPr>
          <a:xfrm>
            <a:off x="6" y="3736089"/>
            <a:ext cx="2534723" cy="1407415"/>
            <a:chOff x="6" y="3736089"/>
            <a:chExt cx="2534723" cy="1407415"/>
          </a:xfrm>
        </p:grpSpPr>
        <p:pic>
          <p:nvPicPr>
            <p:cNvPr id="259" name="Google Shape;259;p24"/>
            <p:cNvPicPr preferRelativeResize="0"/>
            <p:nvPr/>
          </p:nvPicPr>
          <p:blipFill rotWithShape="1">
            <a:blip r:embed="rId3">
              <a:alphaModFix/>
            </a:blip>
            <a:srcRect l="11254" r="13011" b="50880"/>
            <a:stretch/>
          </p:blipFill>
          <p:spPr>
            <a:xfrm>
              <a:off x="716955" y="4717839"/>
              <a:ext cx="732625" cy="4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24"/>
            <p:cNvPicPr preferRelativeResize="0"/>
            <p:nvPr/>
          </p:nvPicPr>
          <p:blipFill rotWithShape="1">
            <a:blip r:embed="rId4">
              <a:alphaModFix/>
            </a:blip>
            <a:srcRect t="-40484" r="5516" b="65415"/>
            <a:stretch/>
          </p:blipFill>
          <p:spPr>
            <a:xfrm>
              <a:off x="307083" y="3742688"/>
              <a:ext cx="1865925" cy="138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24"/>
            <p:cNvPicPr preferRelativeResize="0"/>
            <p:nvPr/>
          </p:nvPicPr>
          <p:blipFill rotWithShape="1">
            <a:blip r:embed="rId4">
              <a:alphaModFix/>
            </a:blip>
            <a:srcRect l="48893" t="1038" r="12333" b="47015"/>
            <a:stretch/>
          </p:blipFill>
          <p:spPr>
            <a:xfrm>
              <a:off x="6" y="3736089"/>
              <a:ext cx="1112000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24"/>
            <p:cNvPicPr preferRelativeResize="0"/>
            <p:nvPr/>
          </p:nvPicPr>
          <p:blipFill rotWithShape="1">
            <a:blip r:embed="rId5">
              <a:alphaModFix/>
            </a:blip>
            <a:srcRect l="50093" b="50443"/>
            <a:stretch/>
          </p:blipFill>
          <p:spPr>
            <a:xfrm>
              <a:off x="10" y="4700354"/>
              <a:ext cx="478925" cy="443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24"/>
            <p:cNvPicPr preferRelativeResize="0"/>
            <p:nvPr/>
          </p:nvPicPr>
          <p:blipFill rotWithShape="1">
            <a:blip r:embed="rId3">
              <a:alphaModFix/>
            </a:blip>
            <a:srcRect l="11254" r="13011" b="50880"/>
            <a:stretch/>
          </p:blipFill>
          <p:spPr>
            <a:xfrm>
              <a:off x="1931029" y="4789339"/>
              <a:ext cx="603700" cy="334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4" name="Google Shape;264;p24"/>
          <p:cNvGrpSpPr/>
          <p:nvPr/>
        </p:nvGrpSpPr>
        <p:grpSpPr>
          <a:xfrm rot="10800000">
            <a:off x="6609281" y="-11"/>
            <a:ext cx="2534723" cy="1407415"/>
            <a:chOff x="6" y="3736089"/>
            <a:chExt cx="2534723" cy="1407415"/>
          </a:xfrm>
        </p:grpSpPr>
        <p:pic>
          <p:nvPicPr>
            <p:cNvPr id="265" name="Google Shape;265;p24"/>
            <p:cNvPicPr preferRelativeResize="0"/>
            <p:nvPr/>
          </p:nvPicPr>
          <p:blipFill rotWithShape="1">
            <a:blip r:embed="rId3">
              <a:alphaModFix/>
            </a:blip>
            <a:srcRect l="11254" r="13011" b="50880"/>
            <a:stretch/>
          </p:blipFill>
          <p:spPr>
            <a:xfrm>
              <a:off x="716955" y="4717839"/>
              <a:ext cx="732625" cy="4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24"/>
            <p:cNvPicPr preferRelativeResize="0"/>
            <p:nvPr/>
          </p:nvPicPr>
          <p:blipFill rotWithShape="1">
            <a:blip r:embed="rId4">
              <a:alphaModFix/>
            </a:blip>
            <a:srcRect t="-40484" r="5516" b="65415"/>
            <a:stretch/>
          </p:blipFill>
          <p:spPr>
            <a:xfrm>
              <a:off x="307083" y="3742688"/>
              <a:ext cx="1865925" cy="138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24"/>
            <p:cNvPicPr preferRelativeResize="0"/>
            <p:nvPr/>
          </p:nvPicPr>
          <p:blipFill rotWithShape="1">
            <a:blip r:embed="rId4">
              <a:alphaModFix/>
            </a:blip>
            <a:srcRect l="48893" t="1038" r="12333" b="47015"/>
            <a:stretch/>
          </p:blipFill>
          <p:spPr>
            <a:xfrm>
              <a:off x="6" y="3736089"/>
              <a:ext cx="1112000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24"/>
            <p:cNvPicPr preferRelativeResize="0"/>
            <p:nvPr/>
          </p:nvPicPr>
          <p:blipFill rotWithShape="1">
            <a:blip r:embed="rId5">
              <a:alphaModFix/>
            </a:blip>
            <a:srcRect l="50093" b="50443"/>
            <a:stretch/>
          </p:blipFill>
          <p:spPr>
            <a:xfrm>
              <a:off x="10" y="4700354"/>
              <a:ext cx="478925" cy="443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24"/>
            <p:cNvPicPr preferRelativeResize="0"/>
            <p:nvPr/>
          </p:nvPicPr>
          <p:blipFill rotWithShape="1">
            <a:blip r:embed="rId3">
              <a:alphaModFix/>
            </a:blip>
            <a:srcRect l="11254" r="13011" b="50880"/>
            <a:stretch/>
          </p:blipFill>
          <p:spPr>
            <a:xfrm>
              <a:off x="1931029" y="4789339"/>
              <a:ext cx="603700" cy="334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●"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○"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■"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●"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○"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■"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●"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○"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tkinson Hyperlegible"/>
              <a:buChar char="■"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microsoft.com/office/2007/relationships/hdphoto" Target="../media/hdphoto4.wdp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hyperlink" Target="https://www.scribd.com/document/440402869/Apartment-Management-System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hyperlink" Target="https://sloboda-studio.com/work/property-management-system/" TargetMode="External"/><Relationship Id="rId10" Type="http://schemas.microsoft.com/office/2007/relationships/hdphoto" Target="../media/hdphoto5.wdp"/><Relationship Id="rId4" Type="http://schemas.openxmlformats.org/officeDocument/2006/relationships/hyperlink" Target="https://netmaxims.com/casestudy/guidelight/" TargetMode="External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"/>
          <p:cNvSpPr txBox="1">
            <a:spLocks noGrp="1"/>
          </p:cNvSpPr>
          <p:nvPr>
            <p:ph type="ctrTitle"/>
          </p:nvPr>
        </p:nvSpPr>
        <p:spPr>
          <a:xfrm>
            <a:off x="3371475" y="140025"/>
            <a:ext cx="2382000" cy="8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500"/>
              <a:t>PYEXPO25</a:t>
            </a:r>
            <a:endParaRPr sz="3500">
              <a:latin typeface="Yeseva One"/>
              <a:ea typeface="Yeseva One"/>
              <a:cs typeface="Yeseva One"/>
              <a:sym typeface="Yeseva One"/>
            </a:endParaRPr>
          </a:p>
        </p:txBody>
      </p:sp>
      <p:grpSp>
        <p:nvGrpSpPr>
          <p:cNvPr id="275" name="Google Shape;275;p25"/>
          <p:cNvGrpSpPr/>
          <p:nvPr/>
        </p:nvGrpSpPr>
        <p:grpSpPr>
          <a:xfrm>
            <a:off x="7365" y="-21876"/>
            <a:ext cx="3364110" cy="5187250"/>
            <a:chOff x="-22735" y="0"/>
            <a:chExt cx="3364110" cy="5187250"/>
          </a:xfrm>
        </p:grpSpPr>
        <p:pic>
          <p:nvPicPr>
            <p:cNvPr id="276" name="Google Shape;276;p25"/>
            <p:cNvPicPr preferRelativeResize="0"/>
            <p:nvPr/>
          </p:nvPicPr>
          <p:blipFill rotWithShape="1">
            <a:blip r:embed="rId3">
              <a:alphaModFix/>
            </a:blip>
            <a:srcRect l="5517" t="-5104" b="30034"/>
            <a:stretch/>
          </p:blipFill>
          <p:spPr>
            <a:xfrm rot="5400000">
              <a:off x="-539655" y="1113340"/>
              <a:ext cx="3981888" cy="2948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25"/>
            <p:cNvPicPr preferRelativeResize="0"/>
            <p:nvPr/>
          </p:nvPicPr>
          <p:blipFill rotWithShape="1">
            <a:blip r:embed="rId4">
              <a:alphaModFix/>
            </a:blip>
            <a:srcRect l="11254" r="13011" b="50880"/>
            <a:stretch/>
          </p:blipFill>
          <p:spPr>
            <a:xfrm rot="5400000">
              <a:off x="-600537" y="1202811"/>
              <a:ext cx="2723513" cy="15106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25"/>
            <p:cNvPicPr preferRelativeResize="0"/>
            <p:nvPr/>
          </p:nvPicPr>
          <p:blipFill rotWithShape="1">
            <a:blip r:embed="rId3">
              <a:alphaModFix/>
            </a:blip>
            <a:srcRect t="4102" b="50813"/>
            <a:stretch/>
          </p:blipFill>
          <p:spPr>
            <a:xfrm rot="5400000">
              <a:off x="-1036776" y="2590637"/>
              <a:ext cx="3595978" cy="15106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25"/>
            <p:cNvPicPr preferRelativeResize="0"/>
            <p:nvPr/>
          </p:nvPicPr>
          <p:blipFill rotWithShape="1">
            <a:blip r:embed="rId3">
              <a:alphaModFix/>
            </a:blip>
            <a:srcRect l="5516" t="-5104" r="37550" b="30034"/>
            <a:stretch/>
          </p:blipFill>
          <p:spPr>
            <a:xfrm rot="5400000">
              <a:off x="251575" y="2465300"/>
              <a:ext cx="2399450" cy="2948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0" name="Google Shape;280;p25"/>
            <p:cNvGrpSpPr/>
            <p:nvPr/>
          </p:nvGrpSpPr>
          <p:grpSpPr>
            <a:xfrm rot="-5400000">
              <a:off x="-599782" y="2439476"/>
              <a:ext cx="3281550" cy="2127456"/>
              <a:chOff x="-8" y="0"/>
              <a:chExt cx="3281550" cy="2127456"/>
            </a:xfrm>
          </p:grpSpPr>
          <p:pic>
            <p:nvPicPr>
              <p:cNvPr id="281" name="Google Shape;281;p25"/>
              <p:cNvPicPr preferRelativeResize="0"/>
              <p:nvPr/>
            </p:nvPicPr>
            <p:blipFill rotWithShape="1">
              <a:blip r:embed="rId3">
                <a:alphaModFix/>
              </a:blip>
              <a:srcRect l="5517" t="-5104" b="30034"/>
              <a:stretch/>
            </p:blipFill>
            <p:spPr>
              <a:xfrm rot="10800000">
                <a:off x="408192" y="0"/>
                <a:ext cx="2873350" cy="2127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2" name="Google Shape;282;p25"/>
              <p:cNvPicPr preferRelativeResize="0"/>
              <p:nvPr/>
            </p:nvPicPr>
            <p:blipFill rotWithShape="1">
              <a:blip r:embed="rId4">
                <a:alphaModFix/>
              </a:blip>
              <a:srcRect l="11254" r="13011" b="50880"/>
              <a:stretch/>
            </p:blipFill>
            <p:spPr>
              <a:xfrm rot="10800000">
                <a:off x="1316242" y="20631"/>
                <a:ext cx="1965300" cy="1090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3" name="Google Shape;283;p25"/>
              <p:cNvPicPr preferRelativeResize="0"/>
              <p:nvPr/>
            </p:nvPicPr>
            <p:blipFill rotWithShape="1">
              <a:blip r:embed="rId3">
                <a:alphaModFix/>
              </a:blip>
              <a:srcRect t="4102" b="50813"/>
              <a:stretch/>
            </p:blipFill>
            <p:spPr>
              <a:xfrm rot="10800000">
                <a:off x="-8" y="20626"/>
                <a:ext cx="2594875" cy="1090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4" name="Google Shape;284;p25"/>
              <p:cNvPicPr preferRelativeResize="0"/>
              <p:nvPr/>
            </p:nvPicPr>
            <p:blipFill rotWithShape="1">
              <a:blip r:embed="rId3">
                <a:alphaModFix/>
              </a:blip>
              <a:srcRect l="5518" t="-5104" r="50851" b="30034"/>
              <a:stretch/>
            </p:blipFill>
            <p:spPr>
              <a:xfrm rot="10800000">
                <a:off x="408192" y="6"/>
                <a:ext cx="1326825" cy="2127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5" name="Google Shape;285;p25"/>
              <p:cNvPicPr preferRelativeResize="0"/>
              <p:nvPr/>
            </p:nvPicPr>
            <p:blipFill rotWithShape="1">
              <a:blip r:embed="rId5">
                <a:alphaModFix/>
              </a:blip>
              <a:srcRect b="50443"/>
              <a:stretch/>
            </p:blipFill>
            <p:spPr>
              <a:xfrm rot="10800000">
                <a:off x="5" y="6"/>
                <a:ext cx="1651475" cy="762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6" name="Google Shape;286;p25"/>
              <p:cNvPicPr preferRelativeResize="0"/>
              <p:nvPr/>
            </p:nvPicPr>
            <p:blipFill rotWithShape="1">
              <a:blip r:embed="rId5">
                <a:alphaModFix/>
              </a:blip>
              <a:srcRect b="50443"/>
              <a:stretch/>
            </p:blipFill>
            <p:spPr>
              <a:xfrm rot="10800000">
                <a:off x="5" y="682393"/>
                <a:ext cx="1651475" cy="762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87" name="Google Shape;287;p25"/>
            <p:cNvPicPr preferRelativeResize="0"/>
            <p:nvPr/>
          </p:nvPicPr>
          <p:blipFill rotWithShape="1">
            <a:blip r:embed="rId3">
              <a:alphaModFix/>
            </a:blip>
            <a:srcRect l="35435" t="1038" r="-10067" b="47015"/>
            <a:stretch/>
          </p:blipFill>
          <p:spPr>
            <a:xfrm rot="5400000">
              <a:off x="-934288" y="911587"/>
              <a:ext cx="5187250" cy="3364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8" name="Google Shape;288;p25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-280950" y="996475"/>
              <a:ext cx="959650" cy="443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25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-638593" y="2163864"/>
              <a:ext cx="2288614" cy="105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25"/>
            <p:cNvPicPr preferRelativeResize="0"/>
            <p:nvPr/>
          </p:nvPicPr>
          <p:blipFill rotWithShape="1">
            <a:blip r:embed="rId4">
              <a:alphaModFix/>
            </a:blip>
            <a:srcRect l="11254" r="13011" b="50880"/>
            <a:stretch/>
          </p:blipFill>
          <p:spPr>
            <a:xfrm rot="5400000">
              <a:off x="-381573" y="3081635"/>
              <a:ext cx="1611750" cy="894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1" name="Google Shape;291;p25"/>
          <p:cNvSpPr txBox="1"/>
          <p:nvPr/>
        </p:nvSpPr>
        <p:spPr>
          <a:xfrm>
            <a:off x="2974500" y="767650"/>
            <a:ext cx="3195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"/>
              <a:buFont typeface="Arial"/>
              <a:buNone/>
            </a:pPr>
            <a:r>
              <a:rPr lang="en" sz="999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Genius innovation leaves behind a legacy...</a:t>
            </a:r>
            <a:endParaRPr sz="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6338" y="334763"/>
            <a:ext cx="1476375" cy="71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5"/>
          <p:cNvSpPr txBox="1"/>
          <p:nvPr/>
        </p:nvSpPr>
        <p:spPr>
          <a:xfrm>
            <a:off x="1859650" y="1659800"/>
            <a:ext cx="6241800" cy="2539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ID: T015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</a:t>
            </a:r>
            <a:r>
              <a:rPr lang="en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Name:Tech Thinkers</a:t>
            </a:r>
            <a:r>
              <a:rPr lang="en" sz="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r>
              <a:rPr lang="en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Number: PY084</a:t>
            </a:r>
            <a:endParaRPr sz="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Title: Apartment Maintenance Management System</a:t>
            </a:r>
            <a:endParaRPr sz="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Domain:Web Development</a:t>
            </a:r>
            <a:endParaRPr sz="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Category:Software</a:t>
            </a:r>
            <a:endParaRPr sz="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5"/>
          <p:cNvSpPr txBox="1"/>
          <p:nvPr/>
        </p:nvSpPr>
        <p:spPr>
          <a:xfrm>
            <a:off x="871000" y="4667400"/>
            <a:ext cx="227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IPS TECH COMMUNITY</a:t>
            </a:r>
            <a:endParaRPr sz="1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 txBox="1"/>
          <p:nvPr/>
        </p:nvSpPr>
        <p:spPr>
          <a:xfrm>
            <a:off x="871000" y="4561338"/>
            <a:ext cx="1462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r>
              <a:rPr lang="en" sz="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PYEXPO 2025</a:t>
            </a:r>
            <a:endParaRPr sz="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endParaRPr sz="700" b="0" i="0" u="none" strike="noStrike" cap="none" dirty="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5425" y="4538950"/>
            <a:ext cx="475574" cy="475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7" name="Google Shape;297;p25"/>
          <p:cNvGrpSpPr/>
          <p:nvPr/>
        </p:nvGrpSpPr>
        <p:grpSpPr>
          <a:xfrm flipH="1">
            <a:off x="6170313" y="574525"/>
            <a:ext cx="3049900" cy="6647850"/>
            <a:chOff x="-88435" y="596400"/>
            <a:chExt cx="3049900" cy="6647850"/>
          </a:xfrm>
        </p:grpSpPr>
        <p:pic>
          <p:nvPicPr>
            <p:cNvPr id="298" name="Google Shape;298;p25"/>
            <p:cNvPicPr preferRelativeResize="0"/>
            <p:nvPr/>
          </p:nvPicPr>
          <p:blipFill rotWithShape="1">
            <a:blip r:embed="rId3">
              <a:alphaModFix/>
            </a:blip>
            <a:srcRect l="5517" t="-5104" b="30034"/>
            <a:stretch/>
          </p:blipFill>
          <p:spPr>
            <a:xfrm rot="5400000">
              <a:off x="-539655" y="1113340"/>
              <a:ext cx="3981888" cy="2948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25"/>
            <p:cNvPicPr preferRelativeResize="0"/>
            <p:nvPr/>
          </p:nvPicPr>
          <p:blipFill rotWithShape="1">
            <a:blip r:embed="rId4">
              <a:alphaModFix/>
            </a:blip>
            <a:srcRect l="11254" r="13011" b="50880"/>
            <a:stretch/>
          </p:blipFill>
          <p:spPr>
            <a:xfrm rot="5400000">
              <a:off x="-600537" y="1202811"/>
              <a:ext cx="2723513" cy="15106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25"/>
            <p:cNvPicPr preferRelativeResize="0"/>
            <p:nvPr/>
          </p:nvPicPr>
          <p:blipFill rotWithShape="1">
            <a:blip r:embed="rId3">
              <a:alphaModFix/>
            </a:blip>
            <a:srcRect t="4102" b="50813"/>
            <a:stretch/>
          </p:blipFill>
          <p:spPr>
            <a:xfrm rot="5400000">
              <a:off x="-1036776" y="2590637"/>
              <a:ext cx="3595978" cy="15106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25"/>
            <p:cNvPicPr preferRelativeResize="0"/>
            <p:nvPr/>
          </p:nvPicPr>
          <p:blipFill rotWithShape="1">
            <a:blip r:embed="rId3">
              <a:alphaModFix/>
            </a:blip>
            <a:srcRect l="5516" t="-5104" r="37550" b="30034"/>
            <a:stretch/>
          </p:blipFill>
          <p:spPr>
            <a:xfrm rot="5400000">
              <a:off x="251575" y="2465300"/>
              <a:ext cx="2399450" cy="2948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2" name="Google Shape;302;p25"/>
            <p:cNvGrpSpPr/>
            <p:nvPr/>
          </p:nvGrpSpPr>
          <p:grpSpPr>
            <a:xfrm rot="-5400000">
              <a:off x="-599782" y="2439476"/>
              <a:ext cx="3281550" cy="2127456"/>
              <a:chOff x="-8" y="0"/>
              <a:chExt cx="3281550" cy="2127456"/>
            </a:xfrm>
          </p:grpSpPr>
          <p:pic>
            <p:nvPicPr>
              <p:cNvPr id="303" name="Google Shape;303;p25"/>
              <p:cNvPicPr preferRelativeResize="0"/>
              <p:nvPr/>
            </p:nvPicPr>
            <p:blipFill rotWithShape="1">
              <a:blip r:embed="rId3">
                <a:alphaModFix/>
              </a:blip>
              <a:srcRect l="5517" t="-5104" b="30034"/>
              <a:stretch/>
            </p:blipFill>
            <p:spPr>
              <a:xfrm rot="10800000">
                <a:off x="408192" y="0"/>
                <a:ext cx="2873350" cy="2127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4" name="Google Shape;304;p25"/>
              <p:cNvPicPr preferRelativeResize="0"/>
              <p:nvPr/>
            </p:nvPicPr>
            <p:blipFill rotWithShape="1">
              <a:blip r:embed="rId4">
                <a:alphaModFix/>
              </a:blip>
              <a:srcRect l="11254" r="13011" b="50880"/>
              <a:stretch/>
            </p:blipFill>
            <p:spPr>
              <a:xfrm rot="10800000">
                <a:off x="1316242" y="20631"/>
                <a:ext cx="1965300" cy="1090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5" name="Google Shape;305;p25"/>
              <p:cNvPicPr preferRelativeResize="0"/>
              <p:nvPr/>
            </p:nvPicPr>
            <p:blipFill rotWithShape="1">
              <a:blip r:embed="rId3">
                <a:alphaModFix/>
              </a:blip>
              <a:srcRect t="4102" b="50813"/>
              <a:stretch/>
            </p:blipFill>
            <p:spPr>
              <a:xfrm rot="10800000">
                <a:off x="-8" y="20626"/>
                <a:ext cx="2594875" cy="1090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6" name="Google Shape;306;p25"/>
              <p:cNvPicPr preferRelativeResize="0"/>
              <p:nvPr/>
            </p:nvPicPr>
            <p:blipFill rotWithShape="1">
              <a:blip r:embed="rId3">
                <a:alphaModFix/>
              </a:blip>
              <a:srcRect l="5518" t="-5104" r="50851" b="30034"/>
              <a:stretch/>
            </p:blipFill>
            <p:spPr>
              <a:xfrm rot="10800000">
                <a:off x="408192" y="6"/>
                <a:ext cx="1326825" cy="2127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7" name="Google Shape;307;p25"/>
              <p:cNvPicPr preferRelativeResize="0"/>
              <p:nvPr/>
            </p:nvPicPr>
            <p:blipFill rotWithShape="1">
              <a:blip r:embed="rId5">
                <a:alphaModFix/>
              </a:blip>
              <a:srcRect b="50443"/>
              <a:stretch/>
            </p:blipFill>
            <p:spPr>
              <a:xfrm rot="10800000">
                <a:off x="5" y="6"/>
                <a:ext cx="1651475" cy="762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8" name="Google Shape;308;p25"/>
              <p:cNvPicPr preferRelativeResize="0"/>
              <p:nvPr/>
            </p:nvPicPr>
            <p:blipFill rotWithShape="1">
              <a:blip r:embed="rId5">
                <a:alphaModFix/>
              </a:blip>
              <a:srcRect b="50443"/>
              <a:stretch/>
            </p:blipFill>
            <p:spPr>
              <a:xfrm rot="10800000">
                <a:off x="5" y="682393"/>
                <a:ext cx="1651475" cy="762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09" name="Google Shape;309;p25"/>
            <p:cNvPicPr preferRelativeResize="0"/>
            <p:nvPr/>
          </p:nvPicPr>
          <p:blipFill rotWithShape="1">
            <a:blip r:embed="rId3">
              <a:alphaModFix/>
            </a:blip>
            <a:srcRect l="35435" t="1040" r="-10067" b="52321"/>
            <a:stretch/>
          </p:blipFill>
          <p:spPr>
            <a:xfrm rot="5400000">
              <a:off x="-1142323" y="3140462"/>
              <a:ext cx="5187250" cy="302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25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-280950" y="996475"/>
              <a:ext cx="959650" cy="443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25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-638593" y="2163864"/>
              <a:ext cx="2288614" cy="105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25"/>
            <p:cNvPicPr preferRelativeResize="0"/>
            <p:nvPr/>
          </p:nvPicPr>
          <p:blipFill rotWithShape="1">
            <a:blip r:embed="rId4">
              <a:alphaModFix/>
            </a:blip>
            <a:srcRect l="11254" t="4184" r="13011" b="46696"/>
            <a:stretch/>
          </p:blipFill>
          <p:spPr>
            <a:xfrm rot="5400000">
              <a:off x="-447273" y="3217685"/>
              <a:ext cx="1611750" cy="894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3" name="Google Shape;313;p2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72438" y="273900"/>
            <a:ext cx="1045650" cy="101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5"/>
          <p:cNvPicPr preferRelativeResize="0"/>
          <p:nvPr/>
        </p:nvPicPr>
        <p:blipFill>
          <a:blip r:embed="rId9">
            <a:alphaModFix amt="11000"/>
          </a:blip>
          <a:stretch>
            <a:fillRect/>
          </a:stretch>
        </p:blipFill>
        <p:spPr>
          <a:xfrm>
            <a:off x="3484960" y="1261750"/>
            <a:ext cx="2946925" cy="294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"/>
          <p:cNvSpPr txBox="1"/>
          <p:nvPr/>
        </p:nvSpPr>
        <p:spPr>
          <a:xfrm>
            <a:off x="334971" y="346608"/>
            <a:ext cx="4206538" cy="3994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1" i="0" u="sng" strike="noStrike" cap="none" dirty="0">
                <a:solidFill>
                  <a:schemeClr val="bg2">
                    <a:lumMod val="90000"/>
                    <a:lumOff val="10000"/>
                  </a:schemeClr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 Statement:</a:t>
            </a:r>
          </a:p>
          <a:p>
            <a:pPr lvl="0">
              <a:lnSpc>
                <a:spcPct val="118000"/>
              </a:lnSpc>
              <a:buSzPts val="2100"/>
            </a:pPr>
            <a:r>
              <a:rPr lang="en" sz="1100" b="1" i="0" strike="noStrike" cap="none" dirty="0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Playfair Display"/>
                <a:cs typeface="Arial" panose="020B0604020202020204" pitchFamily="34" charset="0"/>
                <a:sym typeface="Playfair Display"/>
              </a:rPr>
              <a:t>This system solves these issues:</a:t>
            </a:r>
          </a:p>
          <a:p>
            <a:pPr lvl="0">
              <a:lnSpc>
                <a:spcPct val="118000"/>
              </a:lnSpc>
              <a:buSzPts val="2100"/>
            </a:pPr>
            <a:endParaRPr lang="en" sz="1100" b="1" i="0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Playfair Display"/>
              <a:cs typeface="Arial" panose="020B0604020202020204" pitchFamily="34" charset="0"/>
              <a:sym typeface="Playfair Display"/>
            </a:endParaRPr>
          </a:p>
          <a:p>
            <a:pPr marL="285750" lvl="0" indent="-285750">
              <a:lnSpc>
                <a:spcPct val="118000"/>
              </a:lnSpc>
              <a:buSzPts val="2100"/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tx1"/>
                </a:solidFill>
                <a:latin typeface="Arial" panose="020B0604020202020204" pitchFamily="34" charset="0"/>
                <a:ea typeface="Playfair Display"/>
                <a:cs typeface="Arial" panose="020B0604020202020204" pitchFamily="34" charset="0"/>
                <a:sym typeface="Playfair Display"/>
              </a:rPr>
              <a:t>Allowing residents to easily lodge maintenance complaints through the app.</a:t>
            </a:r>
          </a:p>
          <a:p>
            <a:pPr marL="285750" lvl="0" indent="-285750">
              <a:lnSpc>
                <a:spcPct val="118000"/>
              </a:lnSpc>
              <a:buSzPts val="2100"/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tx1"/>
                </a:solidFill>
                <a:latin typeface="Arial" panose="020B0604020202020204" pitchFamily="34" charset="0"/>
                <a:ea typeface="Playfair Display"/>
                <a:cs typeface="Arial" panose="020B0604020202020204" pitchFamily="34" charset="0"/>
                <a:sym typeface="Playfair Display"/>
              </a:rPr>
              <a:t>Enabling admins to efficiently assign and track tasks.</a:t>
            </a:r>
          </a:p>
          <a:p>
            <a:pPr marL="285750" lvl="0" indent="-285750">
              <a:lnSpc>
                <a:spcPct val="118000"/>
              </a:lnSpc>
              <a:buSzPts val="2100"/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tx1"/>
                </a:solidFill>
                <a:latin typeface="Arial" panose="020B0604020202020204" pitchFamily="34" charset="0"/>
                <a:ea typeface="Playfair Display"/>
                <a:cs typeface="Arial" panose="020B0604020202020204" pitchFamily="34" charset="0"/>
                <a:sym typeface="Playfair Display"/>
              </a:rPr>
              <a:t>Providing real-time updates and transparent communication for residents.</a:t>
            </a:r>
          </a:p>
          <a:p>
            <a:pPr marL="285750" lvl="0" indent="-285750">
              <a:lnSpc>
                <a:spcPct val="118000"/>
              </a:lnSpc>
              <a:buSzPts val="2100"/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tx1"/>
                </a:solidFill>
                <a:latin typeface="Arial" panose="020B0604020202020204" pitchFamily="34" charset="0"/>
                <a:ea typeface="Playfair Display"/>
                <a:cs typeface="Arial" panose="020B0604020202020204" pitchFamily="34" charset="0"/>
                <a:sym typeface="Playfair Display"/>
              </a:rPr>
              <a:t>Streamlining payment for maintenance services.</a:t>
            </a:r>
          </a:p>
          <a:p>
            <a:pPr marL="285750" lvl="0" indent="-285750">
              <a:lnSpc>
                <a:spcPct val="118000"/>
              </a:lnSpc>
              <a:buSzPts val="2100"/>
              <a:buFont typeface="Arial" panose="020B0604020202020204" pitchFamily="34" charset="0"/>
              <a:buChar char="•"/>
            </a:pPr>
            <a:endParaRPr lang="en-US" sz="1100" i="1" strike="noStrike" cap="none" dirty="0">
              <a:solidFill>
                <a:schemeClr val="tx1"/>
              </a:solidFill>
              <a:latin typeface="Arial" panose="020B0604020202020204" pitchFamily="34" charset="0"/>
              <a:ea typeface="Playfair Display"/>
              <a:cs typeface="Arial" panose="020B0604020202020204" pitchFamily="34" charset="0"/>
              <a:sym typeface="Playfair Display"/>
            </a:endParaRPr>
          </a:p>
          <a:p>
            <a:pPr lvl="0">
              <a:lnSpc>
                <a:spcPct val="118000"/>
              </a:lnSpc>
              <a:buSzPts val="2100"/>
            </a:pPr>
            <a:r>
              <a:rPr lang="en" sz="1100" i="1" strike="noStrike" cap="none" dirty="0">
                <a:solidFill>
                  <a:schemeClr val="tx1"/>
                </a:solidFill>
                <a:latin typeface="Arial" panose="020B0604020202020204" pitchFamily="34" charset="0"/>
                <a:ea typeface="Playfair Display"/>
                <a:cs typeface="Arial" panose="020B0604020202020204" pitchFamily="34" charset="0"/>
                <a:sym typeface="Playfair Display"/>
              </a:rPr>
              <a:t> </a:t>
            </a:r>
            <a:endParaRPr lang="en" sz="1100" i="1" dirty="0">
              <a:solidFill>
                <a:schemeClr val="tx1"/>
              </a:solidFill>
              <a:latin typeface="Arial" panose="020B0604020202020204" pitchFamily="34" charset="0"/>
              <a:ea typeface="Playfair Display"/>
              <a:cs typeface="Arial" panose="020B0604020202020204" pitchFamily="34" charset="0"/>
              <a:sym typeface="Playfair Display"/>
            </a:endParaRPr>
          </a:p>
          <a:p>
            <a:pPr lvl="0">
              <a:lnSpc>
                <a:spcPct val="118000"/>
              </a:lnSpc>
              <a:buSzPts val="2100"/>
            </a:pPr>
            <a:r>
              <a:rPr lang="en-US" sz="1100" b="1" dirty="0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Playfair Display"/>
                <a:cs typeface="Arial" panose="020B0604020202020204" pitchFamily="34" charset="0"/>
                <a:sym typeface="Playfair Display"/>
              </a:rPr>
              <a:t>The target audience for the system includes:</a:t>
            </a:r>
          </a:p>
          <a:p>
            <a:pPr lvl="0">
              <a:lnSpc>
                <a:spcPct val="118000"/>
              </a:lnSpc>
              <a:buSzPts val="2100"/>
            </a:pPr>
            <a:endParaRPr lang="en-US" sz="11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Playfair Display"/>
              <a:cs typeface="Arial" panose="020B0604020202020204" pitchFamily="34" charset="0"/>
              <a:sym typeface="Playfair Display"/>
            </a:endParaRPr>
          </a:p>
          <a:p>
            <a:pPr marL="285750" lvl="0" indent="-285750">
              <a:lnSpc>
                <a:spcPct val="118000"/>
              </a:lnSpc>
              <a:buSzPts val="2100"/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tx1"/>
                </a:solidFill>
                <a:latin typeface="Arial" panose="020B0604020202020204" pitchFamily="34" charset="0"/>
                <a:ea typeface="Playfair Display"/>
                <a:cs typeface="Arial" panose="020B0604020202020204" pitchFamily="34" charset="0"/>
                <a:sym typeface="Playfair Display"/>
              </a:rPr>
              <a:t>Apartment Residents – To easily report issues, track progress, and make payments.</a:t>
            </a:r>
          </a:p>
          <a:p>
            <a:pPr marL="285750" lvl="0" indent="-285750">
              <a:lnSpc>
                <a:spcPct val="118000"/>
              </a:lnSpc>
              <a:buSzPts val="2100"/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tx1"/>
                </a:solidFill>
                <a:latin typeface="Arial" panose="020B0604020202020204" pitchFamily="34" charset="0"/>
                <a:ea typeface="Playfair Display"/>
                <a:cs typeface="Arial" panose="020B0604020202020204" pitchFamily="34" charset="0"/>
                <a:sym typeface="Playfair Display"/>
              </a:rPr>
              <a:t>Property Managers – To manage and assign maintenance tasks efficiently.</a:t>
            </a:r>
          </a:p>
          <a:p>
            <a:pPr marL="285750" lvl="0" indent="-285750">
              <a:lnSpc>
                <a:spcPct val="118000"/>
              </a:lnSpc>
              <a:buSzPts val="2100"/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tx1"/>
                </a:solidFill>
                <a:latin typeface="Arial" panose="020B0604020202020204" pitchFamily="34" charset="0"/>
                <a:ea typeface="Playfair Display"/>
                <a:cs typeface="Arial" panose="020B0604020202020204" pitchFamily="34" charset="0"/>
                <a:sym typeface="Playfair Display"/>
              </a:rPr>
              <a:t>Maintenance Personnel – To receive tasks and provide updates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ea typeface="Playfair Display"/>
                <a:cs typeface="Arial" panose="020B0604020202020204" pitchFamily="34" charset="0"/>
                <a:sym typeface="Playfair Display"/>
              </a:rPr>
              <a:t>.</a:t>
            </a:r>
            <a:endParaRPr lang="en" sz="1100" i="0" strike="noStrike" cap="none" dirty="0">
              <a:solidFill>
                <a:schemeClr val="tx1"/>
              </a:solidFill>
              <a:latin typeface="Arial" panose="020B0604020202020204" pitchFamily="34" charset="0"/>
              <a:ea typeface="Playfair Display"/>
              <a:cs typeface="Arial" panose="020B0604020202020204" pitchFamily="34" charset="0"/>
              <a:sym typeface="Playfair Display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 pitchFamily="34" charset="0"/>
              <a:buChar char="•"/>
            </a:pPr>
            <a:endParaRPr sz="100" b="1" i="0" u="none" strike="noStrike" cap="none" dirty="0">
              <a:solidFill>
                <a:srgbClr val="1F497D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20" name="Google Shape;320;p26"/>
          <p:cNvSpPr txBox="1"/>
          <p:nvPr/>
        </p:nvSpPr>
        <p:spPr>
          <a:xfrm>
            <a:off x="2000151" y="1348125"/>
            <a:ext cx="3848700" cy="36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6"/>
          <p:cNvSpPr txBox="1"/>
          <p:nvPr/>
        </p:nvSpPr>
        <p:spPr>
          <a:xfrm>
            <a:off x="870989" y="4574700"/>
            <a:ext cx="261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 txBox="1"/>
          <p:nvPr/>
        </p:nvSpPr>
        <p:spPr>
          <a:xfrm>
            <a:off x="868675" y="4466600"/>
            <a:ext cx="1462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endParaRPr sz="7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157" y="4572550"/>
            <a:ext cx="475574" cy="47557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6"/>
          <p:cNvSpPr txBox="1"/>
          <p:nvPr/>
        </p:nvSpPr>
        <p:spPr>
          <a:xfrm>
            <a:off x="537351" y="4733793"/>
            <a:ext cx="227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IPS TECH COMMUNITY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537351" y="4572550"/>
            <a:ext cx="1462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r>
              <a:rPr lang="en" sz="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PYEXPO 2025</a:t>
            </a:r>
            <a:endParaRPr sz="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endParaRPr sz="700" b="0" i="0" u="none" strike="noStrike" cap="none" dirty="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26"/>
          <p:cNvPicPr preferRelativeResize="0"/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2938483" y="1378520"/>
            <a:ext cx="3352800" cy="3048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1F63C4-8C47-8AFF-A237-80B27A533CC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889" b="90000" l="9155" r="89437">
                        <a14:foregroundMark x1="54225" y1="6667" x2="54225" y2="6667"/>
                        <a14:foregroundMark x1="57042" y1="3889" x2="57042" y2="3889"/>
                        <a14:backgroundMark x1="7042" y1="26667" x2="7042" y2="2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29715" y="671805"/>
            <a:ext cx="2638271" cy="33442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605" y="249988"/>
            <a:ext cx="8028576" cy="572700"/>
          </a:xfrm>
        </p:spPr>
        <p:txBody>
          <a:bodyPr/>
          <a:lstStyle/>
          <a:p>
            <a:r>
              <a:rPr lang="en-IN" sz="2000" b="1" u="sng" dirty="0">
                <a:solidFill>
                  <a:schemeClr val="bg2">
                    <a:lumMod val="90000"/>
                    <a:lumOff val="10000"/>
                  </a:schemeClr>
                </a:solidFill>
              </a:rPr>
              <a:t>Proposed Solution: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26" y="544106"/>
            <a:ext cx="3093536" cy="4254605"/>
          </a:xfrm>
        </p:spPr>
        <p:txBody>
          <a:bodyPr/>
          <a:lstStyle/>
          <a:p>
            <a:pPr marL="152400" indent="0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0">
              <a:buNone/>
            </a:pP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Apartment Maintenance Management System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improves efficiency by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automating and streamlining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the maintenance request process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52400" indent="0">
              <a:buNone/>
            </a:pPr>
            <a:endParaRPr lang="en-US" sz="1100" dirty="0">
              <a:solidFill>
                <a:schemeClr val="bg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0">
              <a:buNone/>
            </a:pPr>
            <a:r>
              <a:rPr lang="en-US" sz="1100" b="1" dirty="0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Tenants:</a:t>
            </a:r>
            <a:endParaRPr lang="en-US" sz="1100" dirty="0">
              <a:solidFill>
                <a:schemeClr val="bg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Easily submit maintenance requests online.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Receive real-time updates on request status.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Track request history for transparency.</a:t>
            </a:r>
          </a:p>
          <a:p>
            <a:pPr marL="152400" indent="0">
              <a:buNone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Property Managers:</a:t>
            </a:r>
            <a:endParaRPr lang="en-US" sz="1100" dirty="0">
              <a:solidFill>
                <a:schemeClr val="bg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Centralized dashboard to track all maintenance requests.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Prioritize and assign tasks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Optimize costs and resources for better budgeting.</a:t>
            </a:r>
            <a:endParaRPr lang="en-US" sz="1100" i="1" dirty="0">
              <a:solidFill>
                <a:schemeClr val="bg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00" indent="0">
              <a:buNone/>
            </a:pPr>
            <a:r>
              <a:rPr lang="en-US" sz="1100" dirty="0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Maintenance Staff:</a:t>
            </a:r>
            <a:endParaRPr lang="en-US" sz="1100" dirty="0">
              <a:solidFill>
                <a:schemeClr val="bg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Get clear task assignments with priority levels.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Efficient scheduling to reduce delays.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Manage inventory and resources effectively</a:t>
            </a:r>
            <a:r>
              <a:rPr lang="en-US" sz="1100" dirty="0"/>
              <a:t>.</a:t>
            </a:r>
          </a:p>
          <a:p>
            <a:pPr marL="152400" indent="0">
              <a:buNone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oogle Shape;326;p26"/>
          <p:cNvPicPr preferRelativeResize="0"/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2884308" y="1331692"/>
            <a:ext cx="3352800" cy="3048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2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605" y="4729418"/>
            <a:ext cx="475576" cy="42929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2286000" y="2390162"/>
            <a:ext cx="4572000" cy="36317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30000"/>
              </a:lnSpc>
              <a:buSzPts val="358"/>
            </a:pPr>
            <a:endParaRPr lang="en-IN" sz="800" dirty="0">
              <a:solidFill>
                <a:schemeClr val="dk1"/>
              </a:solidFill>
            </a:endParaRPr>
          </a:p>
          <a:p>
            <a:pPr lvl="0">
              <a:lnSpc>
                <a:spcPct val="90000"/>
              </a:lnSpc>
              <a:buSzPts val="358"/>
            </a:pPr>
            <a:endParaRPr lang="en-IN" sz="800" dirty="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86000" y="2390162"/>
            <a:ext cx="4572000" cy="36317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30000"/>
              </a:lnSpc>
              <a:buSzPts val="358"/>
            </a:pPr>
            <a:endParaRPr lang="en-IN" sz="800" dirty="0">
              <a:solidFill>
                <a:schemeClr val="dk1"/>
              </a:solidFill>
            </a:endParaRPr>
          </a:p>
          <a:p>
            <a:pPr lvl="0">
              <a:lnSpc>
                <a:spcPct val="90000"/>
              </a:lnSpc>
              <a:buSzPts val="358"/>
            </a:pPr>
            <a:endParaRPr lang="en-IN" sz="800" dirty="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Rectangle 14"/>
          <p:cNvSpPr/>
          <p:nvPr/>
        </p:nvSpPr>
        <p:spPr>
          <a:xfrm rot="10094283">
            <a:off x="1120140" y="2542561"/>
            <a:ext cx="1165860" cy="203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buSzPts val="358"/>
            </a:pPr>
            <a:endParaRPr lang="en-IN" sz="800" dirty="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295;p25"/>
          <p:cNvSpPr txBox="1"/>
          <p:nvPr/>
        </p:nvSpPr>
        <p:spPr>
          <a:xfrm>
            <a:off x="681592" y="4698989"/>
            <a:ext cx="194078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r>
              <a:rPr lang="en" sz="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PYEXPO 2025</a:t>
            </a: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r>
              <a:rPr lang="en-IN" b="1" dirty="0">
                <a:latin typeface="Calibri"/>
                <a:ea typeface="Calibri"/>
                <a:cs typeface="Calibri"/>
                <a:sym typeface="Calibri"/>
              </a:rPr>
              <a:t>IPS TECH COMMUNITY</a:t>
            </a: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endParaRPr lang="en" sz="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endParaRPr lang="en" sz="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endParaRPr sz="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endParaRPr sz="700" b="0" i="0" u="none" strike="noStrike" cap="none" dirty="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6D9C13-4234-D341-E7B6-0F8213C26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347" y="444447"/>
            <a:ext cx="2789746" cy="42546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EA0F37-FEE7-120F-EA02-D39F13DCD63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lumMod val="85000"/>
                <a:tint val="45000"/>
                <a:satMod val="400000"/>
              </a:schemeClr>
            </a:duotone>
            <a:alphaModFix amt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51895" y="-304926"/>
            <a:ext cx="2255227" cy="225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1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28"/>
          <p:cNvGrpSpPr/>
          <p:nvPr/>
        </p:nvGrpSpPr>
        <p:grpSpPr>
          <a:xfrm rot="-5400000">
            <a:off x="6510234" y="2501761"/>
            <a:ext cx="1665020" cy="3618460"/>
            <a:chOff x="-22726" y="13"/>
            <a:chExt cx="2370810" cy="5152300"/>
          </a:xfrm>
        </p:grpSpPr>
        <p:pic>
          <p:nvPicPr>
            <p:cNvPr id="343" name="Google Shape;343;p28"/>
            <p:cNvPicPr preferRelativeResize="0"/>
            <p:nvPr/>
          </p:nvPicPr>
          <p:blipFill rotWithShape="1">
            <a:blip r:embed="rId3">
              <a:alphaModFix/>
            </a:blip>
            <a:srcRect l="5517" t="-5104" b="30034"/>
            <a:stretch/>
          </p:blipFill>
          <p:spPr>
            <a:xfrm rot="5400000">
              <a:off x="-361014" y="877812"/>
              <a:ext cx="26059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28"/>
            <p:cNvPicPr preferRelativeResize="0"/>
            <p:nvPr/>
          </p:nvPicPr>
          <p:blipFill rotWithShape="1">
            <a:blip r:embed="rId4">
              <a:alphaModFix/>
            </a:blip>
            <a:srcRect l="11254" r="13011" b="50880"/>
            <a:stretch/>
          </p:blipFill>
          <p:spPr>
            <a:xfrm rot="5400000">
              <a:off x="-487394" y="1982825"/>
              <a:ext cx="2190249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28"/>
            <p:cNvPicPr preferRelativeResize="0"/>
            <p:nvPr/>
          </p:nvPicPr>
          <p:blipFill rotWithShape="1">
            <a:blip r:embed="rId3">
              <a:alphaModFix/>
            </a:blip>
            <a:srcRect t="4102" b="50813"/>
            <a:stretch/>
          </p:blipFill>
          <p:spPr>
            <a:xfrm rot="5400000">
              <a:off x="-838218" y="3098916"/>
              <a:ext cx="2891885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28"/>
            <p:cNvPicPr preferRelativeResize="0"/>
            <p:nvPr/>
          </p:nvPicPr>
          <p:blipFill rotWithShape="1">
            <a:blip r:embed="rId3">
              <a:alphaModFix/>
            </a:blip>
            <a:srcRect l="5516" t="-5104" r="37550" b="30034"/>
            <a:stretch/>
          </p:blipFill>
          <p:spPr>
            <a:xfrm rot="5400000">
              <a:off x="197874" y="2998120"/>
              <a:ext cx="1929638" cy="2370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28"/>
            <p:cNvPicPr preferRelativeResize="0"/>
            <p:nvPr/>
          </p:nvPicPr>
          <p:blipFill rotWithShape="1">
            <a:blip r:embed="rId3">
              <a:alphaModFix/>
            </a:blip>
            <a:srcRect l="5517" t="-5104" b="30034"/>
            <a:stretch/>
          </p:blipFill>
          <p:spPr>
            <a:xfrm rot="5400000">
              <a:off x="-288575" y="3041699"/>
              <a:ext cx="2048200" cy="151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28"/>
            <p:cNvPicPr preferRelativeResize="0"/>
            <p:nvPr/>
          </p:nvPicPr>
          <p:blipFill rotWithShape="1">
            <a:blip r:embed="rId4">
              <a:alphaModFix/>
            </a:blip>
            <a:srcRect l="11254" r="13011" b="50880"/>
            <a:stretch/>
          </p:blipFill>
          <p:spPr>
            <a:xfrm rot="5400000">
              <a:off x="-358013" y="2865168"/>
              <a:ext cx="1580494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28"/>
            <p:cNvPicPr preferRelativeResize="0"/>
            <p:nvPr/>
          </p:nvPicPr>
          <p:blipFill rotWithShape="1">
            <a:blip r:embed="rId3">
              <a:alphaModFix/>
            </a:blip>
            <a:srcRect t="4102" b="50813"/>
            <a:stretch/>
          </p:blipFill>
          <p:spPr>
            <a:xfrm rot="5400000">
              <a:off x="-611169" y="3670544"/>
              <a:ext cx="2086798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28"/>
            <p:cNvPicPr preferRelativeResize="0"/>
            <p:nvPr/>
          </p:nvPicPr>
          <p:blipFill rotWithShape="1">
            <a:blip r:embed="rId3">
              <a:alphaModFix/>
            </a:blip>
            <a:srcRect l="5518" t="-5104" r="50851" b="30034"/>
            <a:stretch/>
          </p:blipFill>
          <p:spPr>
            <a:xfrm rot="5400000">
              <a:off x="299210" y="3435075"/>
              <a:ext cx="1067033" cy="1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p28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-38010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28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16866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" name="Google Shape;353;p28"/>
            <p:cNvPicPr preferRelativeResize="0"/>
            <p:nvPr/>
          </p:nvPicPr>
          <p:blipFill rotWithShape="1">
            <a:blip r:embed="rId3">
              <a:alphaModFix/>
            </a:blip>
            <a:srcRect l="1557" t="1038" r="7837" b="47015"/>
            <a:stretch/>
          </p:blipFill>
          <p:spPr>
            <a:xfrm rot="5400000">
              <a:off x="-863858" y="841176"/>
              <a:ext cx="3611629" cy="1929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" name="Google Shape;354;p28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-230383" y="1816890"/>
              <a:ext cx="771750" cy="356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28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-517999" y="2755704"/>
              <a:ext cx="1840503" cy="84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28"/>
            <p:cNvPicPr preferRelativeResize="0"/>
            <p:nvPr/>
          </p:nvPicPr>
          <p:blipFill rotWithShape="1">
            <a:blip r:embed="rId4">
              <a:alphaModFix/>
            </a:blip>
            <a:srcRect l="11254" r="13011" b="50880"/>
            <a:stretch/>
          </p:blipFill>
          <p:spPr>
            <a:xfrm rot="5400000">
              <a:off x="-311303" y="3493776"/>
              <a:ext cx="1296169" cy="71901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7" name="Google Shape;357;p28"/>
          <p:cNvGrpSpPr/>
          <p:nvPr/>
        </p:nvGrpSpPr>
        <p:grpSpPr>
          <a:xfrm rot="5400000">
            <a:off x="1374390" y="-1377488"/>
            <a:ext cx="1541149" cy="4289929"/>
            <a:chOff x="-22726" y="-218155"/>
            <a:chExt cx="1929330" cy="5370467"/>
          </a:xfrm>
        </p:grpSpPr>
        <p:pic>
          <p:nvPicPr>
            <p:cNvPr id="358" name="Google Shape;358;p28"/>
            <p:cNvPicPr preferRelativeResize="0"/>
            <p:nvPr/>
          </p:nvPicPr>
          <p:blipFill rotWithShape="1">
            <a:blip r:embed="rId3">
              <a:alphaModFix/>
            </a:blip>
            <a:srcRect l="5517" t="-5104" b="30034"/>
            <a:stretch/>
          </p:blipFill>
          <p:spPr>
            <a:xfrm rot="5400000">
              <a:off x="-361014" y="877812"/>
              <a:ext cx="26059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28"/>
            <p:cNvPicPr preferRelativeResize="0"/>
            <p:nvPr/>
          </p:nvPicPr>
          <p:blipFill rotWithShape="1">
            <a:blip r:embed="rId4">
              <a:alphaModFix/>
            </a:blip>
            <a:srcRect l="11254" r="13011" b="50880"/>
            <a:stretch/>
          </p:blipFill>
          <p:spPr>
            <a:xfrm rot="5400000">
              <a:off x="-487394" y="1982825"/>
              <a:ext cx="2190249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p28"/>
            <p:cNvPicPr preferRelativeResize="0"/>
            <p:nvPr/>
          </p:nvPicPr>
          <p:blipFill rotWithShape="1">
            <a:blip r:embed="rId3">
              <a:alphaModFix/>
            </a:blip>
            <a:srcRect t="4102" b="50813"/>
            <a:stretch/>
          </p:blipFill>
          <p:spPr>
            <a:xfrm rot="5400000">
              <a:off x="-838218" y="3098915"/>
              <a:ext cx="2891885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28"/>
            <p:cNvPicPr preferRelativeResize="0"/>
            <p:nvPr/>
          </p:nvPicPr>
          <p:blipFill rotWithShape="1">
            <a:blip r:embed="rId3">
              <a:alphaModFix/>
            </a:blip>
            <a:srcRect l="5517" t="-5104" b="30034"/>
            <a:stretch/>
          </p:blipFill>
          <p:spPr>
            <a:xfrm rot="5400000">
              <a:off x="-288575" y="3041699"/>
              <a:ext cx="2048200" cy="151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28"/>
            <p:cNvPicPr preferRelativeResize="0"/>
            <p:nvPr/>
          </p:nvPicPr>
          <p:blipFill rotWithShape="1">
            <a:blip r:embed="rId4">
              <a:alphaModFix/>
            </a:blip>
            <a:srcRect l="11254" r="13011" b="50880"/>
            <a:stretch/>
          </p:blipFill>
          <p:spPr>
            <a:xfrm rot="5400000">
              <a:off x="-358012" y="2865168"/>
              <a:ext cx="1580494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28"/>
            <p:cNvPicPr preferRelativeResize="0"/>
            <p:nvPr/>
          </p:nvPicPr>
          <p:blipFill rotWithShape="1">
            <a:blip r:embed="rId3">
              <a:alphaModFix/>
            </a:blip>
            <a:srcRect t="4102" b="50813"/>
            <a:stretch/>
          </p:blipFill>
          <p:spPr>
            <a:xfrm rot="5400000">
              <a:off x="-611169" y="3670544"/>
              <a:ext cx="2086798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28"/>
            <p:cNvPicPr preferRelativeResize="0"/>
            <p:nvPr/>
          </p:nvPicPr>
          <p:blipFill rotWithShape="1">
            <a:blip r:embed="rId3">
              <a:alphaModFix/>
            </a:blip>
            <a:srcRect l="5518" t="-5104" r="50851" b="30034"/>
            <a:stretch/>
          </p:blipFill>
          <p:spPr>
            <a:xfrm rot="5400000">
              <a:off x="299210" y="3435074"/>
              <a:ext cx="1067033" cy="1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28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-38010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" name="Google Shape;366;p28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16866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" name="Google Shape;367;p28"/>
            <p:cNvPicPr preferRelativeResize="0"/>
            <p:nvPr/>
          </p:nvPicPr>
          <p:blipFill rotWithShape="1">
            <a:blip r:embed="rId3">
              <a:alphaModFix/>
            </a:blip>
            <a:srcRect l="35435" t="1038" r="12098" b="47015"/>
            <a:stretch/>
          </p:blipFill>
          <p:spPr>
            <a:xfrm rot="5400000">
              <a:off x="-212794" y="-28057"/>
              <a:ext cx="230949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" name="Google Shape;368;p28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-230383" y="1816890"/>
              <a:ext cx="771750" cy="3563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28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-517999" y="2755704"/>
              <a:ext cx="1840503" cy="84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28"/>
            <p:cNvPicPr preferRelativeResize="0"/>
            <p:nvPr/>
          </p:nvPicPr>
          <p:blipFill rotWithShape="1">
            <a:blip r:embed="rId4">
              <a:alphaModFix/>
            </a:blip>
            <a:srcRect l="11254" r="13011" b="50880"/>
            <a:stretch/>
          </p:blipFill>
          <p:spPr>
            <a:xfrm rot="5400000">
              <a:off x="-311303" y="3493776"/>
              <a:ext cx="1296169" cy="7190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1" name="Google Shape;371;p28"/>
          <p:cNvSpPr txBox="1"/>
          <p:nvPr/>
        </p:nvSpPr>
        <p:spPr>
          <a:xfrm>
            <a:off x="344107" y="1446534"/>
            <a:ext cx="2734375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500"/>
            </a:pPr>
            <a:r>
              <a:rPr lang="en-IN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Frontend</a:t>
            </a:r>
            <a:r>
              <a:rPr lang="en-IN" sz="1600" dirty="0"/>
              <a:t>: </a:t>
            </a:r>
            <a:r>
              <a:rPr lang="en-IN" sz="1600" i="1" dirty="0"/>
              <a:t>HTML/CSS, JavaScript</a:t>
            </a:r>
          </a:p>
          <a:p>
            <a:pPr lvl="0">
              <a:lnSpc>
                <a:spcPct val="150000"/>
              </a:lnSpc>
              <a:buSzPts val="1500"/>
            </a:pPr>
            <a:r>
              <a:rPr lang="en-IN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Backend</a:t>
            </a:r>
            <a:r>
              <a:rPr lang="en-IN" sz="1600" dirty="0"/>
              <a:t>:  </a:t>
            </a:r>
            <a:r>
              <a:rPr lang="en-IN" sz="1600" i="1" dirty="0"/>
              <a:t>Python (Django)</a:t>
            </a:r>
          </a:p>
          <a:p>
            <a:pPr lvl="0">
              <a:lnSpc>
                <a:spcPct val="150000"/>
              </a:lnSpc>
              <a:buSzPts val="1500"/>
            </a:pPr>
            <a:r>
              <a:rPr lang="en-IN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Database</a:t>
            </a:r>
            <a:r>
              <a:rPr lang="en-IN" sz="1600" dirty="0"/>
              <a:t>: </a:t>
            </a:r>
            <a:r>
              <a:rPr lang="en-IN" sz="1600" i="1" dirty="0"/>
              <a:t>MySQL </a:t>
            </a:r>
          </a:p>
          <a:p>
            <a:pPr lvl="0">
              <a:lnSpc>
                <a:spcPct val="150000"/>
              </a:lnSpc>
              <a:buSzPts val="1500"/>
            </a:pPr>
            <a:r>
              <a:rPr lang="en-IN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Application</a:t>
            </a:r>
            <a:r>
              <a:rPr lang="en-IN" sz="1600" dirty="0">
                <a:solidFill>
                  <a:schemeClr val="bg2">
                    <a:lumMod val="90000"/>
                    <a:lumOff val="10000"/>
                  </a:schemeClr>
                </a:solidFill>
              </a:rPr>
              <a:t>: </a:t>
            </a:r>
            <a:r>
              <a:rPr lang="en-IN" sz="1600" i="1" dirty="0"/>
              <a:t>Web Application </a:t>
            </a:r>
          </a:p>
          <a:p>
            <a:pPr lvl="0">
              <a:lnSpc>
                <a:spcPct val="150000"/>
              </a:lnSpc>
              <a:buSzPts val="1500"/>
            </a:pPr>
            <a:r>
              <a:rPr lang="en-IN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Payment</a:t>
            </a:r>
            <a:r>
              <a:rPr lang="en-IN" sz="1600" dirty="0"/>
              <a:t>: </a:t>
            </a:r>
            <a:r>
              <a:rPr lang="en-IN" sz="1600" i="1" dirty="0"/>
              <a:t>Stripe/PayPal</a:t>
            </a:r>
          </a:p>
          <a:p>
            <a:pPr lvl="0">
              <a:lnSpc>
                <a:spcPct val="150000"/>
              </a:lnSpc>
              <a:buSzPts val="1500"/>
            </a:pPr>
            <a:r>
              <a:rPr lang="en-IN" sz="1600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Notifications</a:t>
            </a:r>
            <a:r>
              <a:rPr lang="en-IN" sz="1600" dirty="0"/>
              <a:t>: </a:t>
            </a:r>
            <a:r>
              <a:rPr lang="en-IN" sz="1600" i="1" dirty="0"/>
              <a:t>Firebase/</a:t>
            </a:r>
            <a:r>
              <a:rPr lang="en-IN" sz="1600" i="1" dirty="0" err="1"/>
              <a:t>Twilio</a:t>
            </a:r>
            <a:endParaRPr sz="1600" b="0" i="1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72" name="Google Shape;372;p28"/>
          <p:cNvSpPr txBox="1"/>
          <p:nvPr/>
        </p:nvSpPr>
        <p:spPr>
          <a:xfrm>
            <a:off x="333777" y="872207"/>
            <a:ext cx="7058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1" i="0" u="sng" strike="noStrike" cap="none" dirty="0">
                <a:solidFill>
                  <a:srgbClr val="1F497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Technology Stack:</a:t>
            </a:r>
            <a:endParaRPr sz="2100" b="1" i="0" u="none" strike="noStrike" cap="none" dirty="0">
              <a:solidFill>
                <a:srgbClr val="1F497D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73" name="Google Shape;373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27" y="4538951"/>
            <a:ext cx="475574" cy="475574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8"/>
          <p:cNvSpPr txBox="1"/>
          <p:nvPr/>
        </p:nvSpPr>
        <p:spPr>
          <a:xfrm>
            <a:off x="745025" y="4723353"/>
            <a:ext cx="227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IPS TECH COMMUNITY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8"/>
          <p:cNvSpPr txBox="1"/>
          <p:nvPr/>
        </p:nvSpPr>
        <p:spPr>
          <a:xfrm>
            <a:off x="745401" y="4583725"/>
            <a:ext cx="1462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r>
              <a:rPr lang="en" sz="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PYEXPO 2025</a:t>
            </a:r>
            <a:endParaRPr sz="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endParaRPr sz="700" b="0" i="0" u="none" strike="noStrike" cap="none" dirty="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28"/>
          <p:cNvPicPr preferRelativeResize="0"/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>
            <a:off x="2820013" y="1324368"/>
            <a:ext cx="2946925" cy="294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FADF24-4A14-FDD6-8D6C-F1E212077E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880" b="93976" l="9878" r="89986">
                        <a14:foregroundMark x1="53992" y1="55904" x2="53992" y2="55904"/>
                        <a14:foregroundMark x1="53992" y1="55904" x2="49256" y2="39277"/>
                        <a14:foregroundMark x1="49256" y1="39277" x2="48714" y2="39036"/>
                        <a14:foregroundMark x1="39242" y1="30843" x2="42760" y2="79518"/>
                        <a14:foregroundMark x1="42760" y1="79518" x2="54668" y2="70361"/>
                        <a14:foregroundMark x1="54668" y1="70361" x2="55074" y2="52530"/>
                        <a14:foregroundMark x1="55074" y1="52530" x2="47091" y2="65542"/>
                        <a14:foregroundMark x1="47091" y1="65542" x2="49120" y2="43855"/>
                        <a14:foregroundMark x1="49120" y1="43855" x2="51286" y2="84578"/>
                        <a14:foregroundMark x1="51286" y1="84578" x2="53992" y2="93976"/>
                        <a14:foregroundMark x1="67388" y1="36145" x2="82138" y2="33976"/>
                        <a14:foregroundMark x1="82138" y1="33976" x2="83085" y2="33976"/>
                        <a14:foregroundMark x1="44114" y1="61687" x2="46685" y2="46988"/>
                        <a14:foregroundMark x1="46685" y1="46988" x2="46955" y2="46506"/>
                        <a14:foregroundMark x1="68742" y1="36145" x2="83085" y2="37108"/>
                        <a14:foregroundMark x1="83085" y1="37108" x2="83356" y2="36867"/>
                        <a14:foregroundMark x1="66576" y1="46747" x2="80379" y2="45301"/>
                        <a14:foregroundMark x1="69553" y1="21928" x2="84032" y2="21687"/>
                        <a14:foregroundMark x1="84032" y1="21687" x2="84709" y2="21687"/>
                        <a14:foregroundMark x1="68065" y1="57108" x2="77943" y2="56145"/>
                        <a14:foregroundMark x1="75778" y1="58554" x2="86874" y2="57590"/>
                        <a14:foregroundMark x1="65223" y1="73253" x2="81461" y2="72530"/>
                        <a14:foregroundMark x1="81461" y1="72530" x2="82273" y2="72530"/>
                        <a14:foregroundMark x1="66847" y1="86024" x2="79161" y2="84819"/>
                        <a14:foregroundMark x1="79161" y1="84819" x2="79702" y2="848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07549" y="494579"/>
            <a:ext cx="5135831" cy="4067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F2B825-76DA-A639-6FCF-46CDEDD384E0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3">
                <a:lumMod val="85000"/>
                <a:tint val="45000"/>
                <a:satMod val="400000"/>
              </a:schemeClr>
            </a:duotone>
            <a:alphaModFix amt="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921" b="93915" l="10000" r="90000">
                        <a14:foregroundMark x1="8125" y1="75132" x2="30833" y2="92460"/>
                        <a14:foregroundMark x1="30833" y1="92460" x2="42708" y2="93915"/>
                        <a14:foregroundMark x1="42708" y1="93915" x2="50833" y2="90873"/>
                        <a14:backgroundMark x1="57083" y1="68386" x2="68229" y2="78571"/>
                        <a14:backgroundMark x1="68229" y1="78571" x2="78021" y2="8082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39625" y="-212059"/>
            <a:ext cx="2524484" cy="2363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p29"/>
          <p:cNvGrpSpPr/>
          <p:nvPr/>
        </p:nvGrpSpPr>
        <p:grpSpPr>
          <a:xfrm flipH="1">
            <a:off x="6777212" y="-48"/>
            <a:ext cx="2366780" cy="5143554"/>
            <a:chOff x="-22726" y="0"/>
            <a:chExt cx="2370810" cy="5152313"/>
          </a:xfrm>
        </p:grpSpPr>
        <p:pic>
          <p:nvPicPr>
            <p:cNvPr id="382" name="Google Shape;382;p29"/>
            <p:cNvPicPr preferRelativeResize="0"/>
            <p:nvPr/>
          </p:nvPicPr>
          <p:blipFill rotWithShape="1">
            <a:blip r:embed="rId3">
              <a:alphaModFix/>
            </a:blip>
            <a:srcRect l="5517" t="-5104" b="30034"/>
            <a:stretch/>
          </p:blipFill>
          <p:spPr>
            <a:xfrm rot="5400000">
              <a:off x="-361014" y="877812"/>
              <a:ext cx="26059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3" name="Google Shape;383;p29"/>
            <p:cNvPicPr preferRelativeResize="0"/>
            <p:nvPr/>
          </p:nvPicPr>
          <p:blipFill rotWithShape="1">
            <a:blip r:embed="rId4">
              <a:alphaModFix/>
            </a:blip>
            <a:srcRect l="11254" r="13011" b="50880"/>
            <a:stretch/>
          </p:blipFill>
          <p:spPr>
            <a:xfrm rot="5400000">
              <a:off x="-487394" y="1982825"/>
              <a:ext cx="2190249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4" name="Google Shape;384;p29"/>
            <p:cNvPicPr preferRelativeResize="0"/>
            <p:nvPr/>
          </p:nvPicPr>
          <p:blipFill rotWithShape="1">
            <a:blip r:embed="rId3">
              <a:alphaModFix/>
            </a:blip>
            <a:srcRect t="4102" b="50813"/>
            <a:stretch/>
          </p:blipFill>
          <p:spPr>
            <a:xfrm rot="5400000">
              <a:off x="-838218" y="3098916"/>
              <a:ext cx="2891885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5" name="Google Shape;385;p29"/>
            <p:cNvPicPr preferRelativeResize="0"/>
            <p:nvPr/>
          </p:nvPicPr>
          <p:blipFill rotWithShape="1">
            <a:blip r:embed="rId3">
              <a:alphaModFix/>
            </a:blip>
            <a:srcRect l="5516" t="-5104" r="37550" b="30034"/>
            <a:stretch/>
          </p:blipFill>
          <p:spPr>
            <a:xfrm rot="5400000">
              <a:off x="197874" y="2998120"/>
              <a:ext cx="1929638" cy="2370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6" name="Google Shape;386;p29"/>
            <p:cNvPicPr preferRelativeResize="0"/>
            <p:nvPr/>
          </p:nvPicPr>
          <p:blipFill rotWithShape="1">
            <a:blip r:embed="rId3">
              <a:alphaModFix/>
            </a:blip>
            <a:srcRect l="5517" t="-5104" b="30034"/>
            <a:stretch/>
          </p:blipFill>
          <p:spPr>
            <a:xfrm rot="5400000">
              <a:off x="-288575" y="3041699"/>
              <a:ext cx="2048200" cy="151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7" name="Google Shape;387;p29"/>
            <p:cNvPicPr preferRelativeResize="0"/>
            <p:nvPr/>
          </p:nvPicPr>
          <p:blipFill rotWithShape="1">
            <a:blip r:embed="rId4">
              <a:alphaModFix/>
            </a:blip>
            <a:srcRect l="11254" r="13011" b="50880"/>
            <a:stretch/>
          </p:blipFill>
          <p:spPr>
            <a:xfrm rot="5400000">
              <a:off x="-358013" y="2865168"/>
              <a:ext cx="1580494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8" name="Google Shape;388;p29"/>
            <p:cNvPicPr preferRelativeResize="0"/>
            <p:nvPr/>
          </p:nvPicPr>
          <p:blipFill rotWithShape="1">
            <a:blip r:embed="rId3">
              <a:alphaModFix/>
            </a:blip>
            <a:srcRect t="4102" b="50813"/>
            <a:stretch/>
          </p:blipFill>
          <p:spPr>
            <a:xfrm rot="5400000">
              <a:off x="-611169" y="3670544"/>
              <a:ext cx="2086798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p29"/>
            <p:cNvPicPr preferRelativeResize="0"/>
            <p:nvPr/>
          </p:nvPicPr>
          <p:blipFill rotWithShape="1">
            <a:blip r:embed="rId3">
              <a:alphaModFix/>
            </a:blip>
            <a:srcRect l="5518" t="-5104" r="50851" b="30034"/>
            <a:stretch/>
          </p:blipFill>
          <p:spPr>
            <a:xfrm rot="5400000">
              <a:off x="299210" y="3435075"/>
              <a:ext cx="1067033" cy="1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29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-38010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" name="Google Shape;391;p29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7147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2" name="Google Shape;392;p29"/>
            <p:cNvPicPr preferRelativeResize="0"/>
            <p:nvPr/>
          </p:nvPicPr>
          <p:blipFill rotWithShape="1">
            <a:blip r:embed="rId3">
              <a:alphaModFix/>
            </a:blip>
            <a:srcRect l="35435" t="1038" r="12098" b="47015"/>
            <a:stretch/>
          </p:blipFill>
          <p:spPr>
            <a:xfrm rot="5400000">
              <a:off x="-103713" y="81012"/>
              <a:ext cx="20913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3" name="Google Shape;393;p29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-230383" y="1816890"/>
              <a:ext cx="771750" cy="356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4" name="Google Shape;394;p29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-517999" y="2755704"/>
              <a:ext cx="1840503" cy="84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29"/>
            <p:cNvPicPr preferRelativeResize="0"/>
            <p:nvPr/>
          </p:nvPicPr>
          <p:blipFill rotWithShape="1">
            <a:blip r:embed="rId4">
              <a:alphaModFix/>
            </a:blip>
            <a:srcRect l="11254" r="13011" b="50880"/>
            <a:stretch/>
          </p:blipFill>
          <p:spPr>
            <a:xfrm rot="5400000">
              <a:off x="-311303" y="3493776"/>
              <a:ext cx="1296169" cy="7190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6" name="Google Shape;396;p29"/>
          <p:cNvSpPr txBox="1"/>
          <p:nvPr/>
        </p:nvSpPr>
        <p:spPr>
          <a:xfrm>
            <a:off x="330530" y="1054079"/>
            <a:ext cx="6372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screenshot 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9"/>
          <p:cNvSpPr txBox="1"/>
          <p:nvPr/>
        </p:nvSpPr>
        <p:spPr>
          <a:xfrm>
            <a:off x="330525" y="524875"/>
            <a:ext cx="6372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1" i="0" u="sng" strike="noStrike" cap="none">
                <a:solidFill>
                  <a:srgbClr val="1F497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Demo: </a:t>
            </a:r>
            <a:endParaRPr sz="2100" b="1" i="0" u="none" strike="noStrike" cap="none">
              <a:solidFill>
                <a:srgbClr val="1F497D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98" name="Google Shape;398;p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5425" y="4538950"/>
            <a:ext cx="475574" cy="475574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9"/>
          <p:cNvSpPr txBox="1"/>
          <p:nvPr/>
        </p:nvSpPr>
        <p:spPr>
          <a:xfrm>
            <a:off x="871000" y="4667400"/>
            <a:ext cx="227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IPS TECH COMMUNITY</a:t>
            </a:r>
            <a:endParaRPr sz="1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9"/>
          <p:cNvSpPr txBox="1"/>
          <p:nvPr/>
        </p:nvSpPr>
        <p:spPr>
          <a:xfrm>
            <a:off x="871000" y="4561338"/>
            <a:ext cx="1462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PYEXPO 2025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endParaRPr sz="7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29"/>
          <p:cNvPicPr preferRelativeResize="0"/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>
            <a:off x="2843619" y="1324380"/>
            <a:ext cx="2946925" cy="294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0"/>
          <p:cNvSpPr txBox="1"/>
          <p:nvPr/>
        </p:nvSpPr>
        <p:spPr>
          <a:xfrm>
            <a:off x="395426" y="647078"/>
            <a:ext cx="2166406" cy="2354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700"/>
            </a:pPr>
            <a:r>
              <a:rPr lang="en-IN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Value Creation</a:t>
            </a:r>
            <a:r>
              <a:rPr lang="en-IN" b="1" dirty="0"/>
              <a:t>:</a:t>
            </a:r>
          </a:p>
          <a:p>
            <a:pPr lvl="0">
              <a:lnSpc>
                <a:spcPct val="150000"/>
              </a:lnSpc>
              <a:buSzPts val="1700"/>
            </a:pPr>
            <a:r>
              <a:rPr lang="en-IN" sz="1100" b="1" dirty="0"/>
              <a:t>Tenants</a:t>
            </a:r>
            <a:r>
              <a:rPr lang="en-IN" sz="1100" dirty="0"/>
              <a:t>: </a:t>
            </a:r>
            <a:r>
              <a:rPr lang="en-IN" sz="1100" i="1" dirty="0"/>
              <a:t>Quick requests, real-time updates, faster repairs</a:t>
            </a:r>
            <a:r>
              <a:rPr lang="en-IN" sz="1100" dirty="0"/>
              <a:t>.</a:t>
            </a:r>
          </a:p>
          <a:p>
            <a:pPr lvl="0">
              <a:lnSpc>
                <a:spcPct val="150000"/>
              </a:lnSpc>
              <a:buSzPts val="1700"/>
            </a:pPr>
            <a:r>
              <a:rPr lang="en-IN" sz="1100" b="1" dirty="0"/>
              <a:t>Managers: </a:t>
            </a:r>
            <a:r>
              <a:rPr lang="en-IN" sz="1100" i="1" dirty="0"/>
              <a:t>Centralized tracking, cost control, better retention</a:t>
            </a:r>
            <a:r>
              <a:rPr lang="en-IN" sz="1100" dirty="0"/>
              <a:t>.</a:t>
            </a:r>
          </a:p>
          <a:p>
            <a:pPr lvl="0">
              <a:lnSpc>
                <a:spcPct val="150000"/>
              </a:lnSpc>
              <a:buSzPts val="1700"/>
            </a:pPr>
            <a:r>
              <a:rPr lang="en-IN" sz="1100" b="1" dirty="0"/>
              <a:t>Staff: </a:t>
            </a:r>
            <a:r>
              <a:rPr lang="en-IN" sz="1100" i="1" dirty="0"/>
              <a:t>Clear tasks, smart scheduling, efficient resources.</a:t>
            </a:r>
          </a:p>
          <a:p>
            <a:pPr lvl="0">
              <a:lnSpc>
                <a:spcPct val="150000"/>
              </a:lnSpc>
              <a:buSzPts val="1700"/>
            </a:pPr>
            <a:r>
              <a:rPr lang="en-IN" sz="1100" i="1" dirty="0"/>
              <a:t>Saves time, boosts transparency, enhances reputation</a:t>
            </a:r>
            <a:r>
              <a:rPr lang="en-IN" sz="1100" dirty="0"/>
              <a:t>.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0"/>
          <p:cNvSpPr txBox="1"/>
          <p:nvPr/>
        </p:nvSpPr>
        <p:spPr>
          <a:xfrm>
            <a:off x="395425" y="360378"/>
            <a:ext cx="7145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1" i="0" u="sng" strike="noStrike" cap="none" dirty="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Impact and Future Scope:</a:t>
            </a:r>
            <a:endParaRPr sz="2100" b="1" i="0" u="none" strike="noStrike" cap="none" dirty="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0"/>
          <p:cNvSpPr txBox="1"/>
          <p:nvPr/>
        </p:nvSpPr>
        <p:spPr>
          <a:xfrm>
            <a:off x="250306" y="2831622"/>
            <a:ext cx="3369510" cy="2868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lang="en" sz="2100" b="1" i="0" u="sng" strike="noStrike" cap="none" dirty="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1" i="0" u="sng" strike="noStrike" cap="none" dirty="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Research and References:</a:t>
            </a:r>
          </a:p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1100" b="1" u="sng" dirty="0">
                <a:solidFill>
                  <a:srgbClr val="1F497D"/>
                </a:solidFill>
                <a:hlinkClick r:id="rId3"/>
              </a:rPr>
              <a:t>https://www.scribd.com/document/440402869/Apartment-Management-System</a:t>
            </a:r>
            <a:endParaRPr lang="en" sz="1100" b="1" u="sng" dirty="0">
              <a:solidFill>
                <a:srgbClr val="1F497D"/>
              </a:solidFill>
            </a:endParaRPr>
          </a:p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1100" b="1" u="sng" dirty="0">
                <a:solidFill>
                  <a:srgbClr val="1F497D"/>
                </a:solidFill>
                <a:hlinkClick r:id="rId4"/>
              </a:rPr>
              <a:t>https://netmaxims.com/casestudy/guidelight/</a:t>
            </a:r>
            <a:endParaRPr lang="en" sz="1100" b="1" u="sng" dirty="0">
              <a:solidFill>
                <a:srgbClr val="1F497D"/>
              </a:solidFill>
            </a:endParaRPr>
          </a:p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1100" b="1" u="sng" dirty="0">
                <a:solidFill>
                  <a:srgbClr val="1F497D"/>
                </a:solidFill>
                <a:hlinkClick r:id="rId5"/>
              </a:rPr>
              <a:t>https://sloboda-studio.com/work/property-management-system/</a:t>
            </a:r>
            <a:endParaRPr lang="en" sz="1100" b="1" u="sng" dirty="0">
              <a:solidFill>
                <a:srgbClr val="1F497D"/>
              </a:solidFill>
            </a:endParaRPr>
          </a:p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lang="en" b="1" u="sng" dirty="0">
              <a:solidFill>
                <a:srgbClr val="1F497D"/>
              </a:solidFill>
            </a:endParaRPr>
          </a:p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lang="en" sz="2100" b="1" i="0" u="sng" strike="noStrike" cap="none" dirty="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1" i="0" u="none" strike="noStrike" cap="none" dirty="0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0" name="Google Shape;410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6795" y="4687597"/>
            <a:ext cx="475574" cy="475574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0"/>
          <p:cNvSpPr txBox="1"/>
          <p:nvPr/>
        </p:nvSpPr>
        <p:spPr>
          <a:xfrm>
            <a:off x="604637" y="4857544"/>
            <a:ext cx="227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IPS TECH COMMUNITY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0"/>
          <p:cNvSpPr txBox="1"/>
          <p:nvPr/>
        </p:nvSpPr>
        <p:spPr>
          <a:xfrm>
            <a:off x="604637" y="4694876"/>
            <a:ext cx="1462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r>
              <a:rPr lang="en" sz="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PYEXPO 2025</a:t>
            </a:r>
            <a:endParaRPr sz="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endParaRPr sz="700" b="0" i="0" u="none" strike="noStrike" cap="none" dirty="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30"/>
          <p:cNvPicPr preferRelativeResize="0"/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>
            <a:off x="3098537" y="1394559"/>
            <a:ext cx="2946925" cy="294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967600-FF92-EC39-3C1D-662FFBFF84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4603" y="535920"/>
            <a:ext cx="5221717" cy="32085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8C61BA-2EC3-D686-2BF4-B7C0C548D490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3">
                <a:lumMod val="85000"/>
                <a:tint val="45000"/>
                <a:satMod val="400000"/>
              </a:schemeClr>
            </a:duotone>
            <a:alphaModFix amt="5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78804" y="3213101"/>
            <a:ext cx="2112236" cy="21122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1"/>
          <p:cNvSpPr txBox="1"/>
          <p:nvPr/>
        </p:nvSpPr>
        <p:spPr>
          <a:xfrm>
            <a:off x="868506" y="685050"/>
            <a:ext cx="3792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0" i="0" u="sng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Team Member Details:</a:t>
            </a:r>
            <a:endParaRPr sz="2100" b="0" i="0" u="none" strike="noStrike" cap="none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24" name="Google Shape;424;p31"/>
          <p:cNvSpPr txBox="1"/>
          <p:nvPr/>
        </p:nvSpPr>
        <p:spPr>
          <a:xfrm>
            <a:off x="891760" y="2906762"/>
            <a:ext cx="7458751" cy="805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n" sz="17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</a:t>
            </a: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1"/>
          <p:cNvSpPr txBox="1"/>
          <p:nvPr/>
        </p:nvSpPr>
        <p:spPr>
          <a:xfrm>
            <a:off x="868506" y="4733545"/>
            <a:ext cx="227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IPS TECH COMMUNITY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425" y="4538950"/>
            <a:ext cx="475574" cy="475574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1"/>
          <p:cNvSpPr txBox="1"/>
          <p:nvPr/>
        </p:nvSpPr>
        <p:spPr>
          <a:xfrm>
            <a:off x="868506" y="4519846"/>
            <a:ext cx="1462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PYEXPO 2025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endParaRPr sz="7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8" name="Google Shape;428;p31"/>
          <p:cNvPicPr preferRelativeResize="0"/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3187943" y="1311281"/>
            <a:ext cx="2946925" cy="294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644A2F-30CB-F6DB-F351-FDC5798741E1}"/>
              </a:ext>
            </a:extLst>
          </p:cNvPr>
          <p:cNvSpPr txBox="1"/>
          <p:nvPr/>
        </p:nvSpPr>
        <p:spPr>
          <a:xfrm>
            <a:off x="891760" y="1322820"/>
            <a:ext cx="7889535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Name(TL):</a:t>
            </a:r>
            <a:r>
              <a:rPr lang="en-IN" sz="1700" i="0" u="sng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Praveena</a:t>
            </a:r>
            <a:r>
              <a:rPr lang="en-IN" sz="170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Sri R</a:t>
            </a:r>
            <a:r>
              <a:rPr lang="en-IN" sz="1700" u="sng" dirty="0"/>
              <a:t>         </a:t>
            </a:r>
            <a:r>
              <a:rPr lang="en-IN" sz="17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No:</a:t>
            </a:r>
            <a:r>
              <a:rPr lang="en-IN" sz="170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24uad217 </a:t>
            </a:r>
            <a:r>
              <a:rPr lang="en-IN" sz="17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lang="en-IN" sz="1700" b="1" i="0" u="sng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Dept:</a:t>
            </a:r>
            <a:r>
              <a:rPr lang="en-IN" sz="1700" i="0" u="sng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AI&amp;DS-B</a:t>
            </a:r>
            <a:endParaRPr lang="en-IN" sz="170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IN" sz="1700" dirty="0"/>
          </a:p>
          <a:p>
            <a:r>
              <a:rPr lang="en-IN" sz="17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Name:Umamageshwari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</a:t>
            </a:r>
            <a:r>
              <a:rPr lang="en-IN" sz="1700" dirty="0"/>
              <a:t>          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No:24uad257            </a:t>
            </a:r>
            <a:r>
              <a:rPr lang="en-IN" sz="17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Dept</a:t>
            </a:r>
            <a:r>
              <a:rPr lang="en-IN" sz="1700" dirty="0" err="1"/>
              <a:t>:AI&amp;DS-B</a:t>
            </a:r>
            <a:endParaRPr lang="en-IN" sz="1700" dirty="0"/>
          </a:p>
          <a:p>
            <a:endParaRPr lang="en-IN"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IN" sz="17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Name:Ruddhara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devi S</a:t>
            </a:r>
            <a:r>
              <a:rPr lang="en-IN" sz="1700" dirty="0"/>
              <a:t>              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No:24uad222           </a:t>
            </a:r>
            <a:r>
              <a:rPr lang="en-IN" sz="17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Dept:AI&amp;DS-B</a:t>
            </a:r>
            <a:endParaRPr lang="en-IN"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IN" sz="1700" dirty="0"/>
          </a:p>
          <a:p>
            <a:r>
              <a:rPr lang="en-IN" sz="17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Name:Tamizhmathi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</a:t>
            </a:r>
            <a:r>
              <a:rPr lang="en-IN" sz="1700" dirty="0"/>
              <a:t>                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No:24uad253	</a:t>
            </a:r>
            <a:r>
              <a:rPr lang="en-IN" sz="17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Dept:AI&amp;DS-B</a:t>
            </a:r>
            <a:endParaRPr lang="en-IN"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IN" sz="1700" dirty="0"/>
          </a:p>
          <a:p>
            <a:r>
              <a:rPr lang="en-IN" sz="17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Name:Srimathi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</a:t>
            </a:r>
            <a:r>
              <a:rPr lang="en-IN" sz="1700" dirty="0"/>
              <a:t>                        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No:24uad244	</a:t>
            </a:r>
            <a:r>
              <a:rPr lang="en-IN" sz="17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Dept:AI&amp;</a:t>
            </a:r>
            <a:r>
              <a:rPr lang="en-IN" sz="1700" dirty="0" err="1"/>
              <a:t>DS</a:t>
            </a:r>
            <a:r>
              <a:rPr lang="en-IN" sz="17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-B</a:t>
            </a:r>
            <a:endParaRPr lang="en-IN"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IN" sz="1700" dirty="0"/>
          </a:p>
          <a:p>
            <a:r>
              <a:rPr lang="en-IN" sz="17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Name:Samayakeerthika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</a:t>
            </a:r>
            <a:r>
              <a:rPr lang="en-IN" sz="1700" dirty="0"/>
              <a:t>         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No:24uad228	</a:t>
            </a:r>
            <a:r>
              <a:rPr lang="en-IN" sz="17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Dept:AI</a:t>
            </a:r>
            <a:r>
              <a:rPr lang="en-IN" sz="1700" dirty="0" err="1"/>
              <a:t>&amp;DS-B</a:t>
            </a:r>
            <a:endParaRPr lang="en-IN"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32"/>
          <p:cNvGrpSpPr/>
          <p:nvPr/>
        </p:nvGrpSpPr>
        <p:grpSpPr>
          <a:xfrm>
            <a:off x="-22735" y="-1"/>
            <a:ext cx="3364110" cy="5187250"/>
            <a:chOff x="-22735" y="0"/>
            <a:chExt cx="3364110" cy="5187250"/>
          </a:xfrm>
        </p:grpSpPr>
        <p:pic>
          <p:nvPicPr>
            <p:cNvPr id="434" name="Google Shape;434;p32"/>
            <p:cNvPicPr preferRelativeResize="0"/>
            <p:nvPr/>
          </p:nvPicPr>
          <p:blipFill rotWithShape="1">
            <a:blip r:embed="rId3">
              <a:alphaModFix/>
            </a:blip>
            <a:srcRect l="5517" t="-5104" b="30034"/>
            <a:stretch/>
          </p:blipFill>
          <p:spPr>
            <a:xfrm rot="5400000">
              <a:off x="-539655" y="1113340"/>
              <a:ext cx="3981888" cy="2948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p32"/>
            <p:cNvPicPr preferRelativeResize="0"/>
            <p:nvPr/>
          </p:nvPicPr>
          <p:blipFill rotWithShape="1">
            <a:blip r:embed="rId4">
              <a:alphaModFix/>
            </a:blip>
            <a:srcRect l="11254" r="13011" b="50880"/>
            <a:stretch/>
          </p:blipFill>
          <p:spPr>
            <a:xfrm rot="5400000">
              <a:off x="-600537" y="1202811"/>
              <a:ext cx="2723513" cy="15106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6" name="Google Shape;436;p32"/>
            <p:cNvPicPr preferRelativeResize="0"/>
            <p:nvPr/>
          </p:nvPicPr>
          <p:blipFill rotWithShape="1">
            <a:blip r:embed="rId3">
              <a:alphaModFix/>
            </a:blip>
            <a:srcRect t="4102" b="50813"/>
            <a:stretch/>
          </p:blipFill>
          <p:spPr>
            <a:xfrm rot="5400000">
              <a:off x="-1036776" y="2590637"/>
              <a:ext cx="3595978" cy="15106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7" name="Google Shape;437;p32"/>
            <p:cNvPicPr preferRelativeResize="0"/>
            <p:nvPr/>
          </p:nvPicPr>
          <p:blipFill rotWithShape="1">
            <a:blip r:embed="rId3">
              <a:alphaModFix/>
            </a:blip>
            <a:srcRect l="5516" t="-5104" r="37550" b="30034"/>
            <a:stretch/>
          </p:blipFill>
          <p:spPr>
            <a:xfrm rot="5400000">
              <a:off x="251575" y="2465300"/>
              <a:ext cx="2399450" cy="2948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38" name="Google Shape;438;p32"/>
            <p:cNvGrpSpPr/>
            <p:nvPr/>
          </p:nvGrpSpPr>
          <p:grpSpPr>
            <a:xfrm rot="-5400000">
              <a:off x="-599782" y="2439476"/>
              <a:ext cx="3281550" cy="2127456"/>
              <a:chOff x="-8" y="0"/>
              <a:chExt cx="3281550" cy="2127456"/>
            </a:xfrm>
          </p:grpSpPr>
          <p:pic>
            <p:nvPicPr>
              <p:cNvPr id="439" name="Google Shape;439;p32"/>
              <p:cNvPicPr preferRelativeResize="0"/>
              <p:nvPr/>
            </p:nvPicPr>
            <p:blipFill rotWithShape="1">
              <a:blip r:embed="rId3">
                <a:alphaModFix/>
              </a:blip>
              <a:srcRect l="5517" t="-5104" b="30034"/>
              <a:stretch/>
            </p:blipFill>
            <p:spPr>
              <a:xfrm rot="10800000">
                <a:off x="408192" y="0"/>
                <a:ext cx="2873350" cy="2127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0" name="Google Shape;440;p32"/>
              <p:cNvPicPr preferRelativeResize="0"/>
              <p:nvPr/>
            </p:nvPicPr>
            <p:blipFill rotWithShape="1">
              <a:blip r:embed="rId4">
                <a:alphaModFix/>
              </a:blip>
              <a:srcRect l="11254" r="13011" b="50880"/>
              <a:stretch/>
            </p:blipFill>
            <p:spPr>
              <a:xfrm rot="10800000">
                <a:off x="1316242" y="20631"/>
                <a:ext cx="1965300" cy="1090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1" name="Google Shape;441;p32"/>
              <p:cNvPicPr preferRelativeResize="0"/>
              <p:nvPr/>
            </p:nvPicPr>
            <p:blipFill rotWithShape="1">
              <a:blip r:embed="rId3">
                <a:alphaModFix/>
              </a:blip>
              <a:srcRect t="4102" b="50813"/>
              <a:stretch/>
            </p:blipFill>
            <p:spPr>
              <a:xfrm rot="10800000">
                <a:off x="-8" y="20626"/>
                <a:ext cx="2594875" cy="1090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2" name="Google Shape;442;p32"/>
              <p:cNvPicPr preferRelativeResize="0"/>
              <p:nvPr/>
            </p:nvPicPr>
            <p:blipFill rotWithShape="1">
              <a:blip r:embed="rId3">
                <a:alphaModFix/>
              </a:blip>
              <a:srcRect l="5518" t="-5104" r="50851" b="30034"/>
              <a:stretch/>
            </p:blipFill>
            <p:spPr>
              <a:xfrm rot="10800000">
                <a:off x="408192" y="6"/>
                <a:ext cx="1326825" cy="2127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3" name="Google Shape;443;p32"/>
              <p:cNvPicPr preferRelativeResize="0"/>
              <p:nvPr/>
            </p:nvPicPr>
            <p:blipFill rotWithShape="1">
              <a:blip r:embed="rId5">
                <a:alphaModFix/>
              </a:blip>
              <a:srcRect b="50443"/>
              <a:stretch/>
            </p:blipFill>
            <p:spPr>
              <a:xfrm rot="10800000">
                <a:off x="5" y="6"/>
                <a:ext cx="1651475" cy="762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4" name="Google Shape;444;p32"/>
              <p:cNvPicPr preferRelativeResize="0"/>
              <p:nvPr/>
            </p:nvPicPr>
            <p:blipFill rotWithShape="1">
              <a:blip r:embed="rId5">
                <a:alphaModFix/>
              </a:blip>
              <a:srcRect b="50443"/>
              <a:stretch/>
            </p:blipFill>
            <p:spPr>
              <a:xfrm rot="10800000">
                <a:off x="5" y="682393"/>
                <a:ext cx="1651475" cy="762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45" name="Google Shape;445;p32"/>
            <p:cNvPicPr preferRelativeResize="0"/>
            <p:nvPr/>
          </p:nvPicPr>
          <p:blipFill rotWithShape="1">
            <a:blip r:embed="rId3">
              <a:alphaModFix/>
            </a:blip>
            <a:srcRect l="35435" t="1038" r="-10067" b="47015"/>
            <a:stretch/>
          </p:blipFill>
          <p:spPr>
            <a:xfrm rot="5400000">
              <a:off x="-934288" y="911587"/>
              <a:ext cx="5187250" cy="3364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6" name="Google Shape;446;p32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-280950" y="996475"/>
              <a:ext cx="959650" cy="443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7" name="Google Shape;447;p32"/>
            <p:cNvPicPr preferRelativeResize="0"/>
            <p:nvPr/>
          </p:nvPicPr>
          <p:blipFill rotWithShape="1">
            <a:blip r:embed="rId5">
              <a:alphaModFix/>
            </a:blip>
            <a:srcRect b="50443"/>
            <a:stretch/>
          </p:blipFill>
          <p:spPr>
            <a:xfrm rot="5400000">
              <a:off x="-638593" y="2163864"/>
              <a:ext cx="2288614" cy="105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8" name="Google Shape;448;p32"/>
            <p:cNvPicPr preferRelativeResize="0"/>
            <p:nvPr/>
          </p:nvPicPr>
          <p:blipFill rotWithShape="1">
            <a:blip r:embed="rId4">
              <a:alphaModFix/>
            </a:blip>
            <a:srcRect l="11254" r="13011" b="50880"/>
            <a:stretch/>
          </p:blipFill>
          <p:spPr>
            <a:xfrm rot="5400000">
              <a:off x="-381573" y="3081635"/>
              <a:ext cx="1611750" cy="894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9" name="Google Shape;449;p32"/>
          <p:cNvSpPr txBox="1"/>
          <p:nvPr/>
        </p:nvSpPr>
        <p:spPr>
          <a:xfrm>
            <a:off x="3319950" y="2169275"/>
            <a:ext cx="2504100" cy="5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 !</a:t>
            </a:r>
            <a:endParaRPr sz="2800" b="1" i="0" u="none" strike="noStrike" cap="none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50" name="Google Shape;450;p32"/>
          <p:cNvPicPr preferRelativeResize="0"/>
          <p:nvPr/>
        </p:nvPicPr>
        <p:blipFill>
          <a:blip r:embed="rId6">
            <a:alphaModFix amt="11000"/>
          </a:blip>
          <a:stretch>
            <a:fillRect/>
          </a:stretch>
        </p:blipFill>
        <p:spPr>
          <a:xfrm>
            <a:off x="3089025" y="1286838"/>
            <a:ext cx="2946925" cy="294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ormal Meeting by Slidesgo">
  <a:themeElements>
    <a:clrScheme name="Simple Light">
      <a:dk1>
        <a:srgbClr val="000000"/>
      </a:dk1>
      <a:lt1>
        <a:srgbClr val="FFFFFF"/>
      </a:lt1>
      <a:dk2>
        <a:srgbClr val="001B5C"/>
      </a:dk2>
      <a:lt2>
        <a:srgbClr val="BF9000"/>
      </a:lt2>
      <a:accent1>
        <a:srgbClr val="D9D9D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375</Words>
  <Application>Microsoft Office PowerPoint</Application>
  <PresentationFormat>On-screen Show (16:9)</PresentationFormat>
  <Paragraphs>91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Yeseva One</vt:lpstr>
      <vt:lpstr>Arial</vt:lpstr>
      <vt:lpstr>Playfair Display</vt:lpstr>
      <vt:lpstr>PT Sans</vt:lpstr>
      <vt:lpstr>Calibri</vt:lpstr>
      <vt:lpstr>Poppins Light</vt:lpstr>
      <vt:lpstr>Nunito Light</vt:lpstr>
      <vt:lpstr>Atkinson Hyperlegible</vt:lpstr>
      <vt:lpstr>Bebas Neue</vt:lpstr>
      <vt:lpstr>Formal Meeting by Slidesgo</vt:lpstr>
      <vt:lpstr>PYEXPO25</vt:lpstr>
      <vt:lpstr>PowerPoint Presentation</vt:lpstr>
      <vt:lpstr>Proposed Solution: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PYEXPO25</dc:title>
  <dc:creator>roopa</dc:creator>
  <cp:lastModifiedBy>New</cp:lastModifiedBy>
  <cp:revision>17</cp:revision>
  <dcterms:modified xsi:type="dcterms:W3CDTF">2025-02-22T10:31:27Z</dcterms:modified>
</cp:coreProperties>
</file>